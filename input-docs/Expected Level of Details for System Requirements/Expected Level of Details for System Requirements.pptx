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339" r:id="rId2"/>
    <p:sldId id="400" r:id="rId3"/>
    <p:sldId id="413" r:id="rId4"/>
    <p:sldId id="416" r:id="rId5"/>
    <p:sldId id="414" r:id="rId6"/>
    <p:sldId id="415" r:id="rId7"/>
    <p:sldId id="412" r:id="rId8"/>
    <p:sldId id="401" r:id="rId9"/>
    <p:sldId id="402" r:id="rId10"/>
    <p:sldId id="406" r:id="rId11"/>
    <p:sldId id="403" r:id="rId12"/>
    <p:sldId id="407" r:id="rId13"/>
    <p:sldId id="408" r:id="rId14"/>
    <p:sldId id="409" r:id="rId15"/>
    <p:sldId id="410" r:id="rId16"/>
    <p:sldId id="411" r:id="rId17"/>
    <p:sldId id="417" r:id="rId18"/>
    <p:sldId id="41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119" d="100"/>
          <a:sy n="119" d="100"/>
        </p:scale>
        <p:origin x="90"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95C53-44D8-4A42-97D1-78036046596A}"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F8A79-5B17-415C-B02A-2311C42A68C2}" type="slidenum">
              <a:rPr lang="en-US" smtClean="0"/>
              <a:t>‹#›</a:t>
            </a:fld>
            <a:endParaRPr lang="en-US"/>
          </a:p>
        </p:txBody>
      </p:sp>
    </p:spTree>
    <p:extLst>
      <p:ext uri="{BB962C8B-B14F-4D97-AF65-F5344CB8AC3E}">
        <p14:creationId xmlns:p14="http://schemas.microsoft.com/office/powerpoint/2010/main" val="270777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Group discussion – who writes the HW, SW, EE type requirements?  Systems???  Domains?  Domains don't currently have training in writing requirements.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EA235CE-D9E6-4A01-BE0C-0F222494ACC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2082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EA235CE-D9E6-4A01-BE0C-0F222494ACC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23836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llins Cover: Logo">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49D2D5C-5099-6840-9993-0DB5894D75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13810" y="2579326"/>
            <a:ext cx="7761201" cy="1313434"/>
          </a:xfrm>
          <a:prstGeom prst="rect">
            <a:avLst/>
          </a:prstGeom>
        </p:spPr>
      </p:pic>
      <p:cxnSp>
        <p:nvCxnSpPr>
          <p:cNvPr id="7" name="Straight Connector 6">
            <a:extLst>
              <a:ext uri="{FF2B5EF4-FFF2-40B4-BE49-F238E27FC236}">
                <a16:creationId xmlns:a16="http://schemas.microsoft.com/office/drawing/2014/main" id="{C4EA3825-3564-6247-895B-B0B7ED3761B6}"/>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0E274189-EC72-6748-B5E6-F9DEE34AF2D1}"/>
              </a:ext>
            </a:extLst>
          </p:cNvPr>
          <p:cNvSpPr>
            <a:spLocks noGrp="1"/>
          </p:cNvSpPr>
          <p:nvPr>
            <p:ph type="ftr" sz="quarter" idx="10"/>
          </p:nvPr>
        </p:nvSpPr>
        <p:spPr/>
        <p:txBody>
          <a:bodyPr/>
          <a:lstStyle/>
          <a:p>
            <a:endParaRPr lang="en-US"/>
          </a:p>
        </p:txBody>
      </p:sp>
      <p:pic>
        <p:nvPicPr>
          <p:cNvPr id="5" name="Graphic 4">
            <a:extLst>
              <a:ext uri="{FF2B5EF4-FFF2-40B4-BE49-F238E27FC236}">
                <a16:creationId xmlns:a16="http://schemas.microsoft.com/office/drawing/2014/main" id="{CD3660DF-F5F6-4396-8505-D1083A58F5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13810" y="2579326"/>
            <a:ext cx="7761201" cy="1313434"/>
          </a:xfrm>
          <a:prstGeom prst="rect">
            <a:avLst/>
          </a:prstGeom>
        </p:spPr>
      </p:pic>
      <p:cxnSp>
        <p:nvCxnSpPr>
          <p:cNvPr id="6" name="Straight Connector 5">
            <a:extLst>
              <a:ext uri="{FF2B5EF4-FFF2-40B4-BE49-F238E27FC236}">
                <a16:creationId xmlns:a16="http://schemas.microsoft.com/office/drawing/2014/main" id="{C17C1420-F83A-4A2D-8C48-93168C8CE53B}"/>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87825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llins Cover: Text">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AB634BC7-2D07-6C4F-AC68-902D1C49E1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5938" y="2575915"/>
            <a:ext cx="5392162" cy="902816"/>
          </a:xfrm>
          <a:prstGeom prst="rect">
            <a:avLst/>
          </a:prstGeom>
        </p:spPr>
      </p:pic>
      <p:sp>
        <p:nvSpPr>
          <p:cNvPr id="7" name="Presenters"/>
          <p:cNvSpPr>
            <a:spLocks noGrp="1"/>
          </p:cNvSpPr>
          <p:nvPr>
            <p:ph type="body" sz="quarter" idx="13" hasCustomPrompt="1"/>
          </p:nvPr>
        </p:nvSpPr>
        <p:spPr>
          <a:xfrm>
            <a:off x="7290486" y="4235572"/>
            <a:ext cx="4215715" cy="635908"/>
          </a:xfrm>
          <a:noFill/>
        </p:spPr>
        <p:txBody>
          <a:bodyPr vert="horz" lIns="0" tIns="0" rIns="0" bIns="0" rtlCol="0">
            <a:no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18 pt. black.</a:t>
            </a:r>
          </a:p>
        </p:txBody>
      </p:sp>
      <p:sp>
        <p:nvSpPr>
          <p:cNvPr id="2" name="Title"/>
          <p:cNvSpPr>
            <a:spLocks noGrp="1"/>
          </p:cNvSpPr>
          <p:nvPr>
            <p:ph type="title" hasCustomPrompt="1"/>
          </p:nvPr>
        </p:nvSpPr>
        <p:spPr>
          <a:xfrm>
            <a:off x="7290486" y="2414671"/>
            <a:ext cx="4215715" cy="1472187"/>
          </a:xfrm>
          <a:noFill/>
        </p:spPr>
        <p:txBody>
          <a:bodyPr anchor="t" anchorCtr="0"/>
          <a:lstStyle>
            <a:lvl1pPr defTabSz="914400">
              <a:spcBef>
                <a:spcPct val="0"/>
              </a:spcBef>
              <a:defRPr sz="3200" spc="300" baseline="0">
                <a:solidFill>
                  <a:schemeClr val="tx1"/>
                </a:solidFill>
              </a:defRPr>
            </a:lvl1pPr>
          </a:lstStyle>
          <a:p>
            <a:pPr lvl="0" defTabSz="914400">
              <a:spcBef>
                <a:spcPct val="0"/>
              </a:spcBef>
            </a:pPr>
            <a:r>
              <a:rPr lang="en-US"/>
              <a:t>TITLE 32 PT. BLACK. REGULAR. UPPERCASE.</a:t>
            </a:r>
          </a:p>
        </p:txBody>
      </p:sp>
      <p:cxnSp>
        <p:nvCxnSpPr>
          <p:cNvPr id="11" name="Straight Connector 10">
            <a:extLst>
              <a:ext uri="{FF2B5EF4-FFF2-40B4-BE49-F238E27FC236}">
                <a16:creationId xmlns:a16="http://schemas.microsoft.com/office/drawing/2014/main" id="{C153567C-9997-D34B-8327-05DCB0239D55}"/>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3" name="Footer Placeholder 2">
            <a:extLst>
              <a:ext uri="{FF2B5EF4-FFF2-40B4-BE49-F238E27FC236}">
                <a16:creationId xmlns:a16="http://schemas.microsoft.com/office/drawing/2014/main" id="{9F7A2505-B409-704A-AC88-1EFFAEA71569}"/>
              </a:ext>
            </a:extLst>
          </p:cNvPr>
          <p:cNvSpPr>
            <a:spLocks noGrp="1"/>
          </p:cNvSpPr>
          <p:nvPr>
            <p:ph type="ftr" sz="quarter" idx="15"/>
          </p:nvPr>
        </p:nvSpPr>
        <p:spPr/>
        <p:txBody>
          <a:bodyPr/>
          <a:lstStyle/>
          <a:p>
            <a:endParaRPr lang="en-US"/>
          </a:p>
        </p:txBody>
      </p:sp>
      <p:sp>
        <p:nvSpPr>
          <p:cNvPr id="9" name="Date Placeholder 4">
            <a:extLst>
              <a:ext uri="{FF2B5EF4-FFF2-40B4-BE49-F238E27FC236}">
                <a16:creationId xmlns:a16="http://schemas.microsoft.com/office/drawing/2014/main" id="{0B64CAF4-449E-4DF9-B990-C06E5C7A5142}"/>
              </a:ext>
            </a:extLst>
          </p:cNvPr>
          <p:cNvSpPr>
            <a:spLocks noGrp="1"/>
          </p:cNvSpPr>
          <p:nvPr>
            <p:ph type="dt" sz="half" idx="12"/>
          </p:nvPr>
        </p:nvSpPr>
        <p:spPr>
          <a:xfrm>
            <a:off x="7290486" y="5262727"/>
            <a:ext cx="2653615" cy="274298"/>
          </a:xfrm>
          <a:noFill/>
        </p:spPr>
        <p:txBody>
          <a:bodyPr vert="horz" lIns="0" tIns="0" rIns="0" bIns="0" rtlCol="0">
            <a:noAutofit/>
          </a:bodyPr>
          <a:lstStyle>
            <a:lvl1pPr>
              <a:defRPr lang="en-US" sz="1400" b="1" baseline="0" smtClean="0">
                <a:solidFill>
                  <a:schemeClr val="tx1"/>
                </a:solidFill>
                <a:latin typeface="Arial" panose="020B0604020202020204" pitchFamily="34" charset="0"/>
                <a:cs typeface="Arial" panose="020B0604020202020204" pitchFamily="34" charset="0"/>
              </a:defRPr>
            </a:lvl1pPr>
          </a:lstStyle>
          <a:p>
            <a:pPr>
              <a:spcAft>
                <a:spcPts val="600"/>
              </a:spcAft>
              <a:buClr>
                <a:schemeClr val="tx2"/>
              </a:buClr>
              <a:buSzPct val="75000"/>
              <a:buFont typeface="Arial" panose="020B0604020202020204" pitchFamily="34" charset="0"/>
              <a:buNone/>
            </a:pPr>
            <a:endParaRPr lang="en-US"/>
          </a:p>
        </p:txBody>
      </p:sp>
    </p:spTree>
    <p:extLst>
      <p:ext uri="{BB962C8B-B14F-4D97-AF65-F5344CB8AC3E}">
        <p14:creationId xmlns:p14="http://schemas.microsoft.com/office/powerpoint/2010/main" val="225333663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llins Cover: Boeing 78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544F40-B15B-9347-A626-CCC3B42174A2}"/>
              </a:ext>
            </a:extLst>
          </p:cNvPr>
          <p:cNvPicPr>
            <a:picLocks noChangeAspect="1"/>
          </p:cNvPicPr>
          <p:nvPr/>
        </p:nvPicPr>
        <p:blipFill>
          <a:blip r:embed="rId2"/>
          <a:stretch>
            <a:fillRect/>
          </a:stretch>
        </p:blipFill>
        <p:spPr>
          <a:xfrm>
            <a:off x="0" y="4763"/>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pic>
        <p:nvPicPr>
          <p:cNvPr id="8" name="Graphic 7">
            <a:extLst>
              <a:ext uri="{FF2B5EF4-FFF2-40B4-BE49-F238E27FC236}">
                <a16:creationId xmlns:a16="http://schemas.microsoft.com/office/drawing/2014/main" id="{12ADE7C4-C9D6-C340-9D31-184D270C18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9E57AB0E-0F4E-1947-B8B6-7C262AFC57BD}"/>
              </a:ext>
            </a:extLst>
          </p:cNvPr>
          <p:cNvSpPr>
            <a:spLocks noGrp="1"/>
          </p:cNvSpPr>
          <p:nvPr>
            <p:ph type="ftr" sz="quarter" idx="16"/>
          </p:nvPr>
        </p:nvSpPr>
        <p:spPr/>
        <p:txBody>
          <a:bodyPr/>
          <a:lstStyle/>
          <a:p>
            <a:endParaRPr lang="en-US"/>
          </a:p>
        </p:txBody>
      </p:sp>
      <p:sp>
        <p:nvSpPr>
          <p:cNvPr id="9" name="Date Placeholder 4">
            <a:extLst>
              <a:ext uri="{FF2B5EF4-FFF2-40B4-BE49-F238E27FC236}">
                <a16:creationId xmlns:a16="http://schemas.microsoft.com/office/drawing/2014/main" id="{91D9C732-02B9-43DD-804C-67E9914A7B20}"/>
              </a:ext>
            </a:extLst>
          </p:cNvPr>
          <p:cNvSpPr>
            <a:spLocks noGrp="1"/>
          </p:cNvSpPr>
          <p:nvPr>
            <p:ph type="dt" sz="half" idx="12"/>
          </p:nvPr>
        </p:nvSpPr>
        <p:spPr>
          <a:xfrm>
            <a:off x="9051010" y="6402278"/>
            <a:ext cx="2312452" cy="216670"/>
          </a:xfrm>
          <a:noFill/>
        </p:spPr>
        <p:txBody>
          <a:bodyPr vert="horz" lIns="0" tIns="0" rIns="0" bIns="0" rtlCol="0">
            <a:noAutofit/>
          </a:bodyPr>
          <a:lstStyle>
            <a:lvl1pPr algn="r">
              <a:defRPr lang="en-US" sz="1400" b="1" baseline="0" smtClean="0">
                <a:solidFill>
                  <a:schemeClr val="tx1"/>
                </a:solidFill>
                <a:latin typeface="Arial" panose="020B0604020202020204" pitchFamily="34" charset="0"/>
                <a:cs typeface="Arial" panose="020B0604020202020204" pitchFamily="34" charset="0"/>
              </a:defRPr>
            </a:lvl1pPr>
          </a:lstStyle>
          <a:p>
            <a:pPr>
              <a:spcAft>
                <a:spcPts val="600"/>
              </a:spcAft>
              <a:buClr>
                <a:schemeClr val="tx2"/>
              </a:buClr>
              <a:buSzPct val="75000"/>
              <a:buFont typeface="Arial" panose="020B0604020202020204" pitchFamily="34" charset="0"/>
              <a:buNone/>
            </a:pPr>
            <a:endParaRPr lang="en-US"/>
          </a:p>
        </p:txBody>
      </p:sp>
    </p:spTree>
    <p:extLst>
      <p:ext uri="{BB962C8B-B14F-4D97-AF65-F5344CB8AC3E}">
        <p14:creationId xmlns:p14="http://schemas.microsoft.com/office/powerpoint/2010/main" val="2901449791"/>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ollins Cover: Military JTAC">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CF0772C-4F06-5740-8477-5DD44F33AC88}"/>
              </a:ext>
            </a:extLst>
          </p:cNvPr>
          <p:cNvPicPr>
            <a:picLocks noChangeAspect="1"/>
          </p:cNvPicPr>
          <p:nvPr/>
        </p:nvPicPr>
        <p:blipFill>
          <a:blip r:embed="rId2"/>
          <a:stretch>
            <a:fillRect/>
          </a:stretch>
        </p:blipFill>
        <p:spPr>
          <a:xfrm>
            <a:off x="3175" y="0"/>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pic>
        <p:nvPicPr>
          <p:cNvPr id="8" name="Graphic 7">
            <a:extLst>
              <a:ext uri="{FF2B5EF4-FFF2-40B4-BE49-F238E27FC236}">
                <a16:creationId xmlns:a16="http://schemas.microsoft.com/office/drawing/2014/main" id="{4AAEFDDF-E94C-534C-B962-F365766464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71038D9C-104A-C24D-AB2E-5EAAFDCF97F0}"/>
              </a:ext>
            </a:extLst>
          </p:cNvPr>
          <p:cNvSpPr>
            <a:spLocks noGrp="1"/>
          </p:cNvSpPr>
          <p:nvPr>
            <p:ph type="ftr" sz="quarter" idx="16"/>
          </p:nvPr>
        </p:nvSpPr>
        <p:spPr/>
        <p:txBody>
          <a:bodyPr/>
          <a:lstStyle/>
          <a:p>
            <a:endParaRPr lang="en-US"/>
          </a:p>
        </p:txBody>
      </p:sp>
      <p:sp>
        <p:nvSpPr>
          <p:cNvPr id="12" name="Date Placeholder 4">
            <a:extLst>
              <a:ext uri="{FF2B5EF4-FFF2-40B4-BE49-F238E27FC236}">
                <a16:creationId xmlns:a16="http://schemas.microsoft.com/office/drawing/2014/main" id="{53246AEB-63B4-4B15-AC5A-81ADDDAD5BF9}"/>
              </a:ext>
            </a:extLst>
          </p:cNvPr>
          <p:cNvSpPr>
            <a:spLocks noGrp="1"/>
          </p:cNvSpPr>
          <p:nvPr>
            <p:ph type="dt" sz="half" idx="12"/>
          </p:nvPr>
        </p:nvSpPr>
        <p:spPr>
          <a:xfrm>
            <a:off x="9051010" y="6402278"/>
            <a:ext cx="2312452" cy="216670"/>
          </a:xfrm>
          <a:noFill/>
        </p:spPr>
        <p:txBody>
          <a:bodyPr vert="horz" lIns="0" tIns="0" rIns="0" bIns="0" rtlCol="0">
            <a:noAutofit/>
          </a:bodyPr>
          <a:lstStyle>
            <a:lvl1pPr algn="r">
              <a:defRPr lang="en-US" sz="1400" b="1" baseline="0" smtClean="0">
                <a:solidFill>
                  <a:schemeClr val="tx1"/>
                </a:solidFill>
                <a:latin typeface="Arial" panose="020B0604020202020204" pitchFamily="34" charset="0"/>
                <a:cs typeface="Arial" panose="020B0604020202020204" pitchFamily="34" charset="0"/>
              </a:defRPr>
            </a:lvl1pPr>
          </a:lstStyle>
          <a:p>
            <a:pPr>
              <a:spcAft>
                <a:spcPts val="600"/>
              </a:spcAft>
              <a:buClr>
                <a:schemeClr val="tx2"/>
              </a:buClr>
              <a:buSzPct val="75000"/>
              <a:buFont typeface="Arial" panose="020B0604020202020204" pitchFamily="34" charset="0"/>
              <a:buNone/>
            </a:pPr>
            <a:endParaRPr lang="en-US"/>
          </a:p>
        </p:txBody>
      </p:sp>
    </p:spTree>
    <p:extLst>
      <p:ext uri="{BB962C8B-B14F-4D97-AF65-F5344CB8AC3E}">
        <p14:creationId xmlns:p14="http://schemas.microsoft.com/office/powerpoint/2010/main" val="2042019141"/>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llins Cover: Bombardier Challeng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8376E2-3CB4-9045-8931-A3609F0A1599}"/>
              </a:ext>
            </a:extLst>
          </p:cNvPr>
          <p:cNvPicPr>
            <a:picLocks noChangeAspect="1"/>
          </p:cNvPicPr>
          <p:nvPr/>
        </p:nvPicPr>
        <p:blipFill>
          <a:blip r:embed="rId2"/>
          <a:stretch>
            <a:fillRect/>
          </a:stretch>
        </p:blipFill>
        <p:spPr>
          <a:xfrm>
            <a:off x="3175" y="0"/>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pic>
        <p:nvPicPr>
          <p:cNvPr id="8" name="Graphic 7">
            <a:extLst>
              <a:ext uri="{FF2B5EF4-FFF2-40B4-BE49-F238E27FC236}">
                <a16:creationId xmlns:a16="http://schemas.microsoft.com/office/drawing/2014/main" id="{2CC691F9-2696-8A42-9AE2-E828441D09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D167C4F7-4602-644E-8974-9A2BD1FBE32C}"/>
              </a:ext>
            </a:extLst>
          </p:cNvPr>
          <p:cNvSpPr>
            <a:spLocks noGrp="1"/>
          </p:cNvSpPr>
          <p:nvPr>
            <p:ph type="ftr" sz="quarter" idx="16"/>
          </p:nvPr>
        </p:nvSpPr>
        <p:spPr/>
        <p:txBody>
          <a:bodyPr/>
          <a:lstStyle/>
          <a:p>
            <a:endParaRPr lang="en-US"/>
          </a:p>
        </p:txBody>
      </p:sp>
      <p:sp>
        <p:nvSpPr>
          <p:cNvPr id="10" name="Date Placeholder 4">
            <a:extLst>
              <a:ext uri="{FF2B5EF4-FFF2-40B4-BE49-F238E27FC236}">
                <a16:creationId xmlns:a16="http://schemas.microsoft.com/office/drawing/2014/main" id="{05875C39-33FA-4D75-B72E-4F508CA7E1F5}"/>
              </a:ext>
            </a:extLst>
          </p:cNvPr>
          <p:cNvSpPr>
            <a:spLocks noGrp="1"/>
          </p:cNvSpPr>
          <p:nvPr>
            <p:ph type="dt" sz="half" idx="12"/>
          </p:nvPr>
        </p:nvSpPr>
        <p:spPr>
          <a:xfrm>
            <a:off x="9051010" y="6402278"/>
            <a:ext cx="2312452" cy="216670"/>
          </a:xfrm>
          <a:noFill/>
        </p:spPr>
        <p:txBody>
          <a:bodyPr vert="horz" lIns="0" tIns="0" rIns="0" bIns="0" rtlCol="0">
            <a:noAutofit/>
          </a:bodyPr>
          <a:lstStyle>
            <a:lvl1pPr algn="r">
              <a:defRPr lang="en-US" sz="1400" b="1" baseline="0" smtClean="0">
                <a:solidFill>
                  <a:schemeClr val="tx1"/>
                </a:solidFill>
                <a:latin typeface="Arial" panose="020B0604020202020204" pitchFamily="34" charset="0"/>
                <a:cs typeface="Arial" panose="020B0604020202020204" pitchFamily="34" charset="0"/>
              </a:defRPr>
            </a:lvl1pPr>
          </a:lstStyle>
          <a:p>
            <a:pPr>
              <a:spcAft>
                <a:spcPts val="600"/>
              </a:spcAft>
              <a:buClr>
                <a:schemeClr val="tx2"/>
              </a:buClr>
              <a:buSzPct val="75000"/>
              <a:buFont typeface="Arial" panose="020B0604020202020204" pitchFamily="34" charset="0"/>
              <a:buNone/>
            </a:pPr>
            <a:endParaRPr lang="en-US"/>
          </a:p>
        </p:txBody>
      </p:sp>
    </p:spTree>
    <p:extLst>
      <p:ext uri="{BB962C8B-B14F-4D97-AF65-F5344CB8AC3E}">
        <p14:creationId xmlns:p14="http://schemas.microsoft.com/office/powerpoint/2010/main" val="1474582899"/>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ollins Cover: UH-60 Blackhaw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D93502-0A19-3C4D-8E40-85252E84B68F}"/>
              </a:ext>
            </a:extLst>
          </p:cNvPr>
          <p:cNvPicPr>
            <a:picLocks noChangeAspect="1"/>
          </p:cNvPicPr>
          <p:nvPr/>
        </p:nvPicPr>
        <p:blipFill>
          <a:blip r:embed="rId2"/>
          <a:stretch>
            <a:fillRect/>
          </a:stretch>
        </p:blipFill>
        <p:spPr>
          <a:xfrm>
            <a:off x="0" y="0"/>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pic>
        <p:nvPicPr>
          <p:cNvPr id="10" name="Graphic 9">
            <a:extLst>
              <a:ext uri="{FF2B5EF4-FFF2-40B4-BE49-F238E27FC236}">
                <a16:creationId xmlns:a16="http://schemas.microsoft.com/office/drawing/2014/main" id="{A787AB98-5F2A-FF41-A513-9AE47180BD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2F5A6B71-801B-4548-95BF-EFDC7CD73175}"/>
              </a:ext>
            </a:extLst>
          </p:cNvPr>
          <p:cNvSpPr>
            <a:spLocks noGrp="1"/>
          </p:cNvSpPr>
          <p:nvPr>
            <p:ph type="ftr" sz="quarter" idx="16"/>
          </p:nvPr>
        </p:nvSpPr>
        <p:spPr/>
        <p:txBody>
          <a:bodyPr/>
          <a:lstStyle/>
          <a:p>
            <a:endParaRPr lang="en-US"/>
          </a:p>
        </p:txBody>
      </p:sp>
      <p:sp>
        <p:nvSpPr>
          <p:cNvPr id="12" name="Date Placeholder 4">
            <a:extLst>
              <a:ext uri="{FF2B5EF4-FFF2-40B4-BE49-F238E27FC236}">
                <a16:creationId xmlns:a16="http://schemas.microsoft.com/office/drawing/2014/main" id="{F4F1C7AA-9F26-4054-A4F3-21ED1E379BD6}"/>
              </a:ext>
            </a:extLst>
          </p:cNvPr>
          <p:cNvSpPr>
            <a:spLocks noGrp="1"/>
          </p:cNvSpPr>
          <p:nvPr>
            <p:ph type="dt" sz="half" idx="12"/>
          </p:nvPr>
        </p:nvSpPr>
        <p:spPr>
          <a:xfrm>
            <a:off x="9051010" y="6402278"/>
            <a:ext cx="2312452" cy="216670"/>
          </a:xfrm>
          <a:noFill/>
        </p:spPr>
        <p:txBody>
          <a:bodyPr vert="horz" lIns="0" tIns="0" rIns="0" bIns="0" rtlCol="0">
            <a:noAutofit/>
          </a:bodyPr>
          <a:lstStyle>
            <a:lvl1pPr algn="r">
              <a:defRPr lang="en-US" sz="1400" b="1" baseline="0" smtClean="0">
                <a:solidFill>
                  <a:schemeClr val="tx1"/>
                </a:solidFill>
                <a:latin typeface="Arial" panose="020B0604020202020204" pitchFamily="34" charset="0"/>
                <a:cs typeface="Arial" panose="020B0604020202020204" pitchFamily="34" charset="0"/>
              </a:defRPr>
            </a:lvl1pPr>
          </a:lstStyle>
          <a:p>
            <a:pPr>
              <a:spcAft>
                <a:spcPts val="600"/>
              </a:spcAft>
              <a:buClr>
                <a:schemeClr val="tx2"/>
              </a:buClr>
              <a:buSzPct val="75000"/>
              <a:buFont typeface="Arial" panose="020B0604020202020204" pitchFamily="34" charset="0"/>
              <a:buNone/>
            </a:pPr>
            <a:endParaRPr lang="en-US"/>
          </a:p>
        </p:txBody>
      </p:sp>
    </p:spTree>
    <p:extLst>
      <p:ext uri="{BB962C8B-B14F-4D97-AF65-F5344CB8AC3E}">
        <p14:creationId xmlns:p14="http://schemas.microsoft.com/office/powerpoint/2010/main" val="3135673935"/>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llins Cover: Text/Photo">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9C32A5-B4BB-BB4B-AE67-DCED005C66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096" y="5526826"/>
            <a:ext cx="3071203" cy="514215"/>
          </a:xfrm>
          <a:prstGeom prst="rect">
            <a:avLst/>
          </a:prstGeom>
        </p:spPr>
      </p:pic>
      <p:sp>
        <p:nvSpPr>
          <p:cNvPr id="12" name="Picture Placeholder 5"/>
          <p:cNvSpPr>
            <a:spLocks noGrp="1"/>
          </p:cNvSpPr>
          <p:nvPr>
            <p:ph type="pic" sz="quarter" idx="16" hasCustomPrompt="1"/>
          </p:nvPr>
        </p:nvSpPr>
        <p:spPr>
          <a:xfrm>
            <a:off x="-7938" y="-23813"/>
            <a:ext cx="12199938" cy="5014913"/>
          </a:xfrm>
          <a:solidFill>
            <a:schemeClr val="bg2"/>
          </a:solidFill>
        </p:spPr>
        <p:txBody>
          <a:bodyPr tIns="365760"/>
          <a:lstStyle>
            <a:lvl1pPr marL="285750" indent="0" algn="l">
              <a:buNone/>
              <a:tabLst>
                <a:tab pos="225425" algn="l"/>
              </a:tabLst>
              <a:defRPr lang="en-US" b="0" dirty="0"/>
            </a:lvl1pPr>
            <a:lvl2pPr marL="400050" marR="0" indent="0" algn="l" defTabSz="914400" rtl="0" eaLnBrk="1" fontAlgn="auto" latinLnBrk="0" hangingPunct="1">
              <a:lnSpc>
                <a:spcPct val="90000"/>
              </a:lnSpc>
              <a:spcBef>
                <a:spcPts val="200"/>
              </a:spcBef>
              <a:spcAft>
                <a:spcPts val="0"/>
              </a:spcAft>
              <a:buClr>
                <a:schemeClr val="tx2"/>
              </a:buClr>
              <a:buSzPct val="100000"/>
              <a:buFont typeface="Arial" panose="020B0604020202020204" pitchFamily="34" charset="0"/>
              <a:buNone/>
              <a:tabLst/>
              <a:defRPr b="0">
                <a:solidFill>
                  <a:schemeClr val="tx1"/>
                </a:solidFill>
              </a:defRPr>
            </a:lvl2pPr>
          </a:lstStyle>
          <a:p>
            <a:pPr marL="285750" marR="0" lvl="0" indent="-285750" algn="l" defTabSz="0" rtl="0" eaLnBrk="1" fontAlgn="auto" latinLnBrk="0" hangingPunct="1">
              <a:lnSpc>
                <a:spcPct val="90000"/>
              </a:lnSpc>
              <a:spcBef>
                <a:spcPts val="0"/>
              </a:spcBef>
              <a:spcAft>
                <a:spcPts val="0"/>
              </a:spcAft>
              <a:buClr>
                <a:schemeClr val="tx2"/>
              </a:buClr>
              <a:buSzPct val="115000"/>
              <a:tabLst>
                <a:tab pos="225425" algn="l"/>
              </a:tabLst>
              <a:defRPr/>
            </a:pPr>
            <a:r>
              <a:rPr lang="en-US"/>
              <a:t>To add a new cover image to your presentation, use the following steps: 1 -  Select “Insert” in the top navigation ribbon and choose “Picture”/”Picture from File…”  2 – Locate the new image and choose “Insert”. To adjust how the image displays, use the “Crop” feature. </a:t>
            </a:r>
          </a:p>
        </p:txBody>
      </p:sp>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sp>
        <p:nvSpPr>
          <p:cNvPr id="3" name="Footer Placeholder 2">
            <a:extLst>
              <a:ext uri="{FF2B5EF4-FFF2-40B4-BE49-F238E27FC236}">
                <a16:creationId xmlns:a16="http://schemas.microsoft.com/office/drawing/2014/main" id="{99D50E0E-E97D-0A43-A395-AC30E466A054}"/>
              </a:ext>
            </a:extLst>
          </p:cNvPr>
          <p:cNvSpPr>
            <a:spLocks noGrp="1"/>
          </p:cNvSpPr>
          <p:nvPr>
            <p:ph type="ftr" sz="quarter" idx="17"/>
          </p:nvPr>
        </p:nvSpPr>
        <p:spPr/>
        <p:txBody>
          <a:bodyPr/>
          <a:lstStyle/>
          <a:p>
            <a:endParaRPr lang="en-US"/>
          </a:p>
        </p:txBody>
      </p:sp>
      <p:sp>
        <p:nvSpPr>
          <p:cNvPr id="9" name="Date Placeholder 4">
            <a:extLst>
              <a:ext uri="{FF2B5EF4-FFF2-40B4-BE49-F238E27FC236}">
                <a16:creationId xmlns:a16="http://schemas.microsoft.com/office/drawing/2014/main" id="{50007201-001E-44BC-B65E-D0A46B577A9E}"/>
              </a:ext>
            </a:extLst>
          </p:cNvPr>
          <p:cNvSpPr>
            <a:spLocks noGrp="1"/>
          </p:cNvSpPr>
          <p:nvPr>
            <p:ph type="dt" sz="half" idx="12"/>
          </p:nvPr>
        </p:nvSpPr>
        <p:spPr>
          <a:xfrm>
            <a:off x="9051010" y="6402278"/>
            <a:ext cx="2312452" cy="216670"/>
          </a:xfrm>
          <a:noFill/>
        </p:spPr>
        <p:txBody>
          <a:bodyPr vert="horz" lIns="0" tIns="0" rIns="0" bIns="0" rtlCol="0">
            <a:noAutofit/>
          </a:bodyPr>
          <a:lstStyle>
            <a:lvl1pPr algn="r">
              <a:defRPr lang="en-US" sz="1400" b="1" baseline="0" smtClean="0">
                <a:solidFill>
                  <a:schemeClr val="tx1"/>
                </a:solidFill>
                <a:latin typeface="Arial" panose="020B0604020202020204" pitchFamily="34" charset="0"/>
                <a:cs typeface="Arial" panose="020B0604020202020204" pitchFamily="34" charset="0"/>
              </a:defRPr>
            </a:lvl1pPr>
          </a:lstStyle>
          <a:p>
            <a:pPr>
              <a:spcAft>
                <a:spcPts val="600"/>
              </a:spcAft>
              <a:buClr>
                <a:schemeClr val="tx2"/>
              </a:buClr>
              <a:buSzPct val="75000"/>
              <a:buFont typeface="Arial" panose="020B0604020202020204" pitchFamily="34" charset="0"/>
              <a:buNone/>
            </a:pPr>
            <a:endParaRPr lang="en-US"/>
          </a:p>
        </p:txBody>
      </p:sp>
    </p:spTree>
    <p:extLst>
      <p:ext uri="{BB962C8B-B14F-4D97-AF65-F5344CB8AC3E}">
        <p14:creationId xmlns:p14="http://schemas.microsoft.com/office/powerpoint/2010/main" val="1426463069"/>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llins Section Break">
    <p:spTree>
      <p:nvGrpSpPr>
        <p:cNvPr id="1" name=""/>
        <p:cNvGrpSpPr/>
        <p:nvPr/>
      </p:nvGrpSpPr>
      <p:grpSpPr>
        <a:xfrm>
          <a:off x="0" y="0"/>
          <a:ext cx="0" cy="0"/>
          <a:chOff x="0" y="0"/>
          <a:chExt cx="0" cy="0"/>
        </a:xfrm>
      </p:grpSpPr>
      <p:sp>
        <p:nvSpPr>
          <p:cNvPr id="9"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6" name="Presenters"/>
          <p:cNvSpPr>
            <a:spLocks noGrp="1"/>
          </p:cNvSpPr>
          <p:nvPr>
            <p:ph type="body" sz="quarter" idx="13" hasCustomPrompt="1"/>
          </p:nvPr>
        </p:nvSpPr>
        <p:spPr>
          <a:xfrm>
            <a:off x="694943" y="5387546"/>
            <a:ext cx="8980931" cy="380208"/>
          </a:xfrm>
          <a:noFill/>
        </p:spPr>
        <p:txBody>
          <a:bodyPr vert="horz" lIns="0" tIns="0" rIns="0" bIns="0" rtlCol="0" anchor="b" anchorCtr="0">
            <a:no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tx1"/>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Sentence case.</a:t>
            </a:r>
          </a:p>
        </p:txBody>
      </p:sp>
      <p:sp>
        <p:nvSpPr>
          <p:cNvPr id="5" name="Freeform 4">
            <a:extLst>
              <a:ext uri="{FF2B5EF4-FFF2-40B4-BE49-F238E27FC236}">
                <a16:creationId xmlns:a16="http://schemas.microsoft.com/office/drawing/2014/main" id="{007B205E-F640-7242-8F99-8DBCDE90BFA9}"/>
              </a:ext>
            </a:extLst>
          </p:cNvPr>
          <p:cNvSpPr/>
          <p:nvPr/>
        </p:nvSpPr>
        <p:spPr>
          <a:xfrm>
            <a:off x="358346" y="345295"/>
            <a:ext cx="11479427" cy="5598305"/>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9050">
            <a:solidFill>
              <a:srgbClr val="CE1126"/>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Section title">
            <a:extLst>
              <a:ext uri="{FF2B5EF4-FFF2-40B4-BE49-F238E27FC236}">
                <a16:creationId xmlns:a16="http://schemas.microsoft.com/office/drawing/2014/main" id="{FB96A9C0-602E-4E40-BB2F-1E0A929E9E44}"/>
              </a:ext>
            </a:extLst>
          </p:cNvPr>
          <p:cNvSpPr>
            <a:spLocks noGrp="1"/>
          </p:cNvSpPr>
          <p:nvPr>
            <p:ph type="title" hasCustomPrompt="1"/>
          </p:nvPr>
        </p:nvSpPr>
        <p:spPr>
          <a:xfrm>
            <a:off x="694944" y="2854411"/>
            <a:ext cx="8980931" cy="2533135"/>
          </a:xfrm>
          <a:noFill/>
        </p:spPr>
        <p:txBody>
          <a:bodyPr vert="horz" wrap="square" lIns="0" tIns="0" rIns="0" bIns="0" rtlCol="0" anchor="b" anchorCtr="0">
            <a:noAutofit/>
          </a:bodyPr>
          <a:lstStyle>
            <a:lvl1pPr>
              <a:defRPr lang="en-US" sz="4500" b="0" cap="all" baseline="0" dirty="0">
                <a:latin typeface="Arial" panose="020B0604020202020204" pitchFamily="34" charset="0"/>
                <a:ea typeface="+mn-ea"/>
                <a:cs typeface="Arial" panose="020B0604020202020204" pitchFamily="34" charset="0"/>
              </a:defRPr>
            </a:lvl1pPr>
          </a:lstStyle>
          <a:p>
            <a:pPr marL="0" lvl="0">
              <a:spcBef>
                <a:spcPts val="1000"/>
              </a:spcBef>
              <a:buSzPct val="115000"/>
              <a:buFont typeface="Arial" panose="020B0604020202020204" pitchFamily="34" charset="0"/>
            </a:pPr>
            <a:r>
              <a:rPr lang="en-US"/>
              <a:t>SECTION TITLE. 45 PT. BLACK. REGULAR. UPPERCASE</a:t>
            </a:r>
          </a:p>
        </p:txBody>
      </p:sp>
      <p:sp>
        <p:nvSpPr>
          <p:cNvPr id="2" name="Footer Placeholder 1">
            <a:extLst>
              <a:ext uri="{FF2B5EF4-FFF2-40B4-BE49-F238E27FC236}">
                <a16:creationId xmlns:a16="http://schemas.microsoft.com/office/drawing/2014/main" id="{A31D75C1-9F8C-0245-BAA7-15A97DC4E16F}"/>
              </a:ext>
            </a:extLst>
          </p:cNvPr>
          <p:cNvSpPr>
            <a:spLocks noGrp="1"/>
          </p:cNvSpPr>
          <p:nvPr>
            <p:ph type="ftr" sz="quarter" idx="14"/>
          </p:nvPr>
        </p:nvSpPr>
        <p:spPr/>
        <p:txBody>
          <a:bodyPr/>
          <a:lstStyle/>
          <a:p>
            <a:endParaRPr lang="en-US"/>
          </a:p>
        </p:txBody>
      </p:sp>
      <p:pic>
        <p:nvPicPr>
          <p:cNvPr id="7" name="Graphic 6">
            <a:extLst>
              <a:ext uri="{FF2B5EF4-FFF2-40B4-BE49-F238E27FC236}">
                <a16:creationId xmlns:a16="http://schemas.microsoft.com/office/drawing/2014/main" id="{02987A25-04E0-42F0-A5A6-144DC2FDAB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469" y="6282751"/>
            <a:ext cx="1307035" cy="216396"/>
          </a:xfrm>
          <a:prstGeom prst="rect">
            <a:avLst/>
          </a:prstGeom>
        </p:spPr>
      </p:pic>
    </p:spTree>
    <p:extLst>
      <p:ext uri="{BB962C8B-B14F-4D97-AF65-F5344CB8AC3E}">
        <p14:creationId xmlns:p14="http://schemas.microsoft.com/office/powerpoint/2010/main" val="139170660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llins Content: 1 column">
    <p:spTree>
      <p:nvGrpSpPr>
        <p:cNvPr id="1" name=""/>
        <p:cNvGrpSpPr/>
        <p:nvPr/>
      </p:nvGrpSpPr>
      <p:grpSpPr>
        <a:xfrm>
          <a:off x="0" y="0"/>
          <a:ext cx="0" cy="0"/>
          <a:chOff x="0" y="0"/>
          <a:chExt cx="0" cy="0"/>
        </a:xfrm>
      </p:grpSpPr>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2" name="Footer Placeholder 1">
            <a:extLst>
              <a:ext uri="{FF2B5EF4-FFF2-40B4-BE49-F238E27FC236}">
                <a16:creationId xmlns:a16="http://schemas.microsoft.com/office/drawing/2014/main" id="{F60EDAC1-8055-B14A-90F8-71A97F17FF14}"/>
              </a:ext>
            </a:extLst>
          </p:cNvPr>
          <p:cNvSpPr>
            <a:spLocks noGrp="1"/>
          </p:cNvSpPr>
          <p:nvPr>
            <p:ph type="ftr" sz="quarter" idx="16"/>
          </p:nvPr>
        </p:nvSpPr>
        <p:spPr/>
        <p:txBody>
          <a:bodyPr/>
          <a:lstStyle/>
          <a:p>
            <a:endParaRPr lang="en-US"/>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4" name="Body">
            <a:extLst>
              <a:ext uri="{FF2B5EF4-FFF2-40B4-BE49-F238E27FC236}">
                <a16:creationId xmlns:a16="http://schemas.microsoft.com/office/drawing/2014/main" id="{D00119A4-DE1F-4380-90A7-FA0A9C7D4582}"/>
              </a:ext>
            </a:extLst>
          </p:cNvPr>
          <p:cNvSpPr>
            <a:spLocks noGrp="1"/>
          </p:cNvSpPr>
          <p:nvPr>
            <p:ph sz="quarter" idx="17" hasCustomPrompt="1"/>
          </p:nvPr>
        </p:nvSpPr>
        <p:spPr>
          <a:xfrm>
            <a:off x="685800" y="1476375"/>
            <a:ext cx="10829925" cy="3781425"/>
          </a:xfrm>
        </p:spPr>
        <p:txBody>
          <a:bodyPr/>
          <a:lstStyle>
            <a:lvl1pPr>
              <a:defRPr sz="2200"/>
            </a:lvl1pPr>
            <a:lvl2pPr>
              <a:defRPr sz="2000"/>
            </a:lvl2pPr>
            <a:lvl3pPr>
              <a:defRPr sz="1800"/>
            </a:lvl3pPr>
          </a:lstStyle>
          <a:p>
            <a:pPr lvl="0"/>
            <a:r>
              <a:rPr lang="en-US"/>
              <a:t>Main bullet. 22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a:lvl1pPr>
          </a:lstStyle>
          <a:p>
            <a:r>
              <a:rPr lang="en-US"/>
              <a:t>TITLE. 32 PT. BLACK. REGULAR. UPPERCASE. TWO LINES MAX.</a:t>
            </a:r>
          </a:p>
        </p:txBody>
      </p:sp>
    </p:spTree>
    <p:extLst>
      <p:ext uri="{BB962C8B-B14F-4D97-AF65-F5344CB8AC3E}">
        <p14:creationId xmlns:p14="http://schemas.microsoft.com/office/powerpoint/2010/main" val="190734055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llins Content: 1 column/subhead">
    <p:spTree>
      <p:nvGrpSpPr>
        <p:cNvPr id="1" name=""/>
        <p:cNvGrpSpPr/>
        <p:nvPr/>
      </p:nvGrpSpPr>
      <p:grpSpPr>
        <a:xfrm>
          <a:off x="0" y="0"/>
          <a:ext cx="0" cy="0"/>
          <a:chOff x="0" y="0"/>
          <a:chExt cx="0" cy="0"/>
        </a:xfrm>
      </p:grpSpPr>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2" name="Footer Placeholder 1">
            <a:extLst>
              <a:ext uri="{FF2B5EF4-FFF2-40B4-BE49-F238E27FC236}">
                <a16:creationId xmlns:a16="http://schemas.microsoft.com/office/drawing/2014/main" id="{E8CC1998-8757-C840-AADE-7B8BA99317B4}"/>
              </a:ext>
            </a:extLst>
          </p:cNvPr>
          <p:cNvSpPr>
            <a:spLocks noGrp="1"/>
          </p:cNvSpPr>
          <p:nvPr>
            <p:ph type="ftr" sz="quarter" idx="18"/>
          </p:nvPr>
        </p:nvSpPr>
        <p:spPr/>
        <p:txBody>
          <a:bodyPr/>
          <a:lstStyle/>
          <a:p>
            <a:endParaRPr lang="en-US"/>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3" name="Subhead1"/>
          <p:cNvSpPr>
            <a:spLocks noGrp="1"/>
          </p:cNvSpPr>
          <p:nvPr>
            <p:ph type="body" sz="quarter" idx="17" hasCustomPrompt="1"/>
          </p:nvPr>
        </p:nvSpPr>
        <p:spPr>
          <a:xfrm>
            <a:off x="685800" y="1572733"/>
            <a:ext cx="10820400"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5" name="Body">
            <a:extLst>
              <a:ext uri="{FF2B5EF4-FFF2-40B4-BE49-F238E27FC236}">
                <a16:creationId xmlns:a16="http://schemas.microsoft.com/office/drawing/2014/main" id="{0DE266AD-78E5-4D5A-B25C-844958695D79}"/>
              </a:ext>
            </a:extLst>
          </p:cNvPr>
          <p:cNvSpPr>
            <a:spLocks noGrp="1"/>
          </p:cNvSpPr>
          <p:nvPr>
            <p:ph sz="quarter" idx="19" hasCustomPrompt="1"/>
          </p:nvPr>
        </p:nvSpPr>
        <p:spPr>
          <a:xfrm>
            <a:off x="685800" y="2008188"/>
            <a:ext cx="10829925" cy="3783012"/>
          </a:xfrm>
        </p:spPr>
        <p:txBody>
          <a:bodyPr/>
          <a:lstStyle>
            <a:lvl1pPr>
              <a:defRPr sz="2200"/>
            </a:lvl1pPr>
          </a:lstStyle>
          <a:p>
            <a:pPr lvl="0"/>
            <a:r>
              <a:rPr lang="en-US"/>
              <a:t>Main bullet. 22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a:xfrm>
            <a:off x="694944" y="514473"/>
            <a:ext cx="10811256" cy="676653"/>
          </a:xfrm>
          <a:prstGeom prst="rect">
            <a:avLst/>
          </a:prstGeom>
        </p:spPr>
        <p:txBody>
          <a:bodyPr anchor="t" anchorCtr="0"/>
          <a:lstStyle>
            <a:lvl1pPr>
              <a:lnSpc>
                <a:spcPct val="80000"/>
              </a:lnSpc>
              <a:defRPr/>
            </a:lvl1pPr>
          </a:lstStyle>
          <a:p>
            <a:r>
              <a:rPr lang="en-US"/>
              <a:t>TITLE. 32 PT. BLACK. REGULAR. UPPERCASE. TWO LINES MAX.</a:t>
            </a:r>
          </a:p>
        </p:txBody>
      </p:sp>
    </p:spTree>
    <p:extLst>
      <p:ext uri="{BB962C8B-B14F-4D97-AF65-F5344CB8AC3E}">
        <p14:creationId xmlns:p14="http://schemas.microsoft.com/office/powerpoint/2010/main" val="326944458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llins Content: 1 column/photo">
    <p:bg>
      <p:bgRef idx="1001">
        <a:schemeClr val="bg1"/>
      </p:bgRef>
    </p:bg>
    <p:spTree>
      <p:nvGrpSpPr>
        <p:cNvPr id="1" name=""/>
        <p:cNvGrpSpPr/>
        <p:nvPr/>
      </p:nvGrpSpPr>
      <p:grpSpPr>
        <a:xfrm>
          <a:off x="0" y="0"/>
          <a:ext cx="0" cy="0"/>
          <a:chOff x="0" y="0"/>
          <a:chExt cx="0" cy="0"/>
        </a:xfrm>
      </p:grpSpPr>
      <p:sp>
        <p:nvSpPr>
          <p:cNvPr id="17"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2" name="Footer Placeholder 1">
            <a:extLst>
              <a:ext uri="{FF2B5EF4-FFF2-40B4-BE49-F238E27FC236}">
                <a16:creationId xmlns:a16="http://schemas.microsoft.com/office/drawing/2014/main" id="{8C1C86D5-FAD5-0C48-B07B-53F7036D5DF0}"/>
              </a:ext>
            </a:extLst>
          </p:cNvPr>
          <p:cNvSpPr>
            <a:spLocks noGrp="1"/>
          </p:cNvSpPr>
          <p:nvPr>
            <p:ph type="ftr" sz="quarter" idx="22"/>
          </p:nvPr>
        </p:nvSpPr>
        <p:spPr/>
        <p:txBody>
          <a:bodyPr/>
          <a:lstStyle/>
          <a:p>
            <a:endParaRPr lang="en-US"/>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3" name="Picture Placeholder 2"/>
          <p:cNvSpPr>
            <a:spLocks noGrp="1"/>
          </p:cNvSpPr>
          <p:nvPr>
            <p:ph type="pic" sz="quarter" idx="17" hasCustomPrompt="1"/>
          </p:nvPr>
        </p:nvSpPr>
        <p:spPr>
          <a:xfrm>
            <a:off x="4381500" y="1572733"/>
            <a:ext cx="7124700" cy="4218468"/>
          </a:xfrm>
          <a:solidFill>
            <a:schemeClr val="bg2"/>
          </a:solidFill>
        </p:spPr>
        <p:txBody>
          <a:bodyPr tIns="1188720"/>
          <a:lstStyle>
            <a:lvl1pPr marL="0" indent="0" algn="ctr">
              <a:buNone/>
              <a:defRPr/>
            </a:lvl1pPr>
          </a:lstStyle>
          <a:p>
            <a:r>
              <a:rPr lang="en-US"/>
              <a:t>Click to insert photo</a:t>
            </a:r>
          </a:p>
        </p:txBody>
      </p:sp>
      <p:sp>
        <p:nvSpPr>
          <p:cNvPr id="10"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spc="300"/>
            </a:lvl1pPr>
          </a:lstStyle>
          <a:p>
            <a:r>
              <a:rPr lang="en-US"/>
              <a:t>TITLE. 32 PT. BLACK. REGULAR. UPPERCASE. TWO LINES MAX.</a:t>
            </a:r>
          </a:p>
        </p:txBody>
      </p:sp>
      <p:sp>
        <p:nvSpPr>
          <p:cNvPr id="13" name="Body1">
            <a:extLst>
              <a:ext uri="{FF2B5EF4-FFF2-40B4-BE49-F238E27FC236}">
                <a16:creationId xmlns:a16="http://schemas.microsoft.com/office/drawing/2014/main" id="{62E3D089-68B7-4822-83BC-A3AB43C943B9}"/>
              </a:ext>
            </a:extLst>
          </p:cNvPr>
          <p:cNvSpPr>
            <a:spLocks noGrp="1"/>
          </p:cNvSpPr>
          <p:nvPr>
            <p:ph sz="quarter" idx="26" hasCustomPrompt="1"/>
          </p:nvPr>
        </p:nvSpPr>
        <p:spPr>
          <a:xfrm>
            <a:off x="695325" y="2259013"/>
            <a:ext cx="3417888" cy="3532187"/>
          </a:xfrm>
        </p:spPr>
        <p:txBody>
          <a:bodyPr/>
          <a:lstStyle>
            <a:lvl1pPr>
              <a:defRPr sz="1800"/>
            </a:lvl1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a:p>
            <a:pPr lvl="4"/>
            <a:endParaRPr lang="en-US"/>
          </a:p>
        </p:txBody>
      </p:sp>
      <p:sp>
        <p:nvSpPr>
          <p:cNvPr id="14" name="Subhead1">
            <a:extLst>
              <a:ext uri="{FF2B5EF4-FFF2-40B4-BE49-F238E27FC236}">
                <a16:creationId xmlns:a16="http://schemas.microsoft.com/office/drawing/2014/main" id="{F579EC20-F4D4-4102-932C-DDE7FC33EB90}"/>
              </a:ext>
            </a:extLst>
          </p:cNvPr>
          <p:cNvSpPr>
            <a:spLocks noGrp="1"/>
          </p:cNvSpPr>
          <p:nvPr>
            <p:ph type="body" sz="quarter" idx="21" hasCustomPrompt="1"/>
          </p:nvPr>
        </p:nvSpPr>
        <p:spPr>
          <a:xfrm>
            <a:off x="695325"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Tree>
    <p:extLst>
      <p:ext uri="{BB962C8B-B14F-4D97-AF65-F5344CB8AC3E}">
        <p14:creationId xmlns:p14="http://schemas.microsoft.com/office/powerpoint/2010/main" val="40465583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4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llins Content: 2 column">
    <p:spTree>
      <p:nvGrpSpPr>
        <p:cNvPr id="1" name=""/>
        <p:cNvGrpSpPr/>
        <p:nvPr/>
      </p:nvGrpSpPr>
      <p:grpSpPr>
        <a:xfrm>
          <a:off x="0" y="0"/>
          <a:ext cx="0" cy="0"/>
          <a:chOff x="0" y="0"/>
          <a:chExt cx="0" cy="0"/>
        </a:xfrm>
      </p:grpSpPr>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2" name="Footer Placeholder 1">
            <a:extLst>
              <a:ext uri="{FF2B5EF4-FFF2-40B4-BE49-F238E27FC236}">
                <a16:creationId xmlns:a16="http://schemas.microsoft.com/office/drawing/2014/main" id="{F6054B65-0620-854F-BFAF-B71F0AF716DE}"/>
              </a:ext>
            </a:extLst>
          </p:cNvPr>
          <p:cNvSpPr>
            <a:spLocks noGrp="1"/>
          </p:cNvSpPr>
          <p:nvPr>
            <p:ph type="ftr" sz="quarter" idx="23"/>
          </p:nvPr>
        </p:nvSpPr>
        <p:spPr/>
        <p:txBody>
          <a:bodyPr/>
          <a:lstStyle/>
          <a:p>
            <a:endParaRPr lang="en-US"/>
          </a:p>
        </p:txBody>
      </p:sp>
      <p:sp>
        <p:nvSpPr>
          <p:cNvPr id="9"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6" name="Body2">
            <a:extLst>
              <a:ext uri="{FF2B5EF4-FFF2-40B4-BE49-F238E27FC236}">
                <a16:creationId xmlns:a16="http://schemas.microsoft.com/office/drawing/2014/main" id="{CE5A0B61-2E74-4DCF-A089-4B28CB5CEC6E}"/>
              </a:ext>
            </a:extLst>
          </p:cNvPr>
          <p:cNvSpPr>
            <a:spLocks noGrp="1"/>
          </p:cNvSpPr>
          <p:nvPr>
            <p:ph sz="quarter" idx="25" hasCustomPrompt="1"/>
          </p:nvPr>
        </p:nvSpPr>
        <p:spPr>
          <a:xfrm>
            <a:off x="6248400" y="2041525"/>
            <a:ext cx="5267325" cy="3722688"/>
          </a:xfrm>
        </p:spPr>
        <p:txBody>
          <a:bodyPr/>
          <a:lstStyle>
            <a:lvl1pPr>
              <a:defRPr sz="1800"/>
            </a:lvl1pPr>
            <a:lvl2pPr>
              <a:defRPr sz="1800"/>
            </a:lvl2pPr>
            <a:lvl3pPr>
              <a:defRPr sz="1600"/>
            </a:lvl3pPr>
            <a:lvl4pPr>
              <a:defRPr sz="1600"/>
            </a:lvl4pPr>
            <a:lvl5pPr>
              <a:defRPr sz="1600"/>
            </a:lvl5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4" name="Body1">
            <a:extLst>
              <a:ext uri="{FF2B5EF4-FFF2-40B4-BE49-F238E27FC236}">
                <a16:creationId xmlns:a16="http://schemas.microsoft.com/office/drawing/2014/main" id="{8D572E75-F16E-465B-810F-8CDC10E16AAA}"/>
              </a:ext>
            </a:extLst>
          </p:cNvPr>
          <p:cNvSpPr>
            <a:spLocks noGrp="1"/>
          </p:cNvSpPr>
          <p:nvPr>
            <p:ph sz="quarter" idx="24" hasCustomPrompt="1"/>
          </p:nvPr>
        </p:nvSpPr>
        <p:spPr>
          <a:xfrm>
            <a:off x="695325" y="2068513"/>
            <a:ext cx="5246688" cy="3722687"/>
          </a:xfrm>
        </p:spPr>
        <p:txBody>
          <a:bodyPr/>
          <a:lstStyle>
            <a:lvl1pPr>
              <a:defRPr sz="1800"/>
            </a:lvl1pPr>
            <a:lvl2pPr>
              <a:defRPr sz="1800"/>
            </a:lvl2pPr>
            <a:lvl3pPr>
              <a:defRPr sz="1600"/>
            </a:lvl3pPr>
            <a:lvl4pPr>
              <a:defRPr sz="1600"/>
            </a:lvl4pPr>
            <a:lvl5pPr>
              <a:defRPr sz="1600"/>
            </a:lvl5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14" name="Subhead2"/>
          <p:cNvSpPr>
            <a:spLocks noGrp="1"/>
          </p:cNvSpPr>
          <p:nvPr>
            <p:ph type="body" sz="quarter" idx="22" hasCustomPrompt="1"/>
          </p:nvPr>
        </p:nvSpPr>
        <p:spPr>
          <a:xfrm>
            <a:off x="6248400"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2" name="Subhead1"/>
          <p:cNvSpPr>
            <a:spLocks noGrp="1"/>
          </p:cNvSpPr>
          <p:nvPr>
            <p:ph type="body" sz="quarter" idx="21" hasCustomPrompt="1"/>
          </p:nvPr>
        </p:nvSpPr>
        <p:spPr>
          <a:xfrm>
            <a:off x="695325"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Tree>
    <p:extLst>
      <p:ext uri="{BB962C8B-B14F-4D97-AF65-F5344CB8AC3E}">
        <p14:creationId xmlns:p14="http://schemas.microsoft.com/office/powerpoint/2010/main" val="298402668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llins Content: 3 column">
    <p:spTree>
      <p:nvGrpSpPr>
        <p:cNvPr id="1" name=""/>
        <p:cNvGrpSpPr/>
        <p:nvPr/>
      </p:nvGrpSpPr>
      <p:grpSpPr>
        <a:xfrm>
          <a:off x="0" y="0"/>
          <a:ext cx="0" cy="0"/>
          <a:chOff x="0" y="0"/>
          <a:chExt cx="0" cy="0"/>
        </a:xfrm>
      </p:grpSpPr>
      <p:sp>
        <p:nvSpPr>
          <p:cNvPr id="21"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2" name="Footer Placeholder 1">
            <a:extLst>
              <a:ext uri="{FF2B5EF4-FFF2-40B4-BE49-F238E27FC236}">
                <a16:creationId xmlns:a16="http://schemas.microsoft.com/office/drawing/2014/main" id="{0325C011-809B-F142-87DD-B50CF52804EA}"/>
              </a:ext>
            </a:extLst>
          </p:cNvPr>
          <p:cNvSpPr>
            <a:spLocks noGrp="1"/>
          </p:cNvSpPr>
          <p:nvPr>
            <p:ph type="ftr" sz="quarter" idx="25"/>
          </p:nvPr>
        </p:nvSpPr>
        <p:spPr/>
        <p:txBody>
          <a:bodyPr/>
          <a:lstStyle/>
          <a:p>
            <a:endParaRPr lang="en-US"/>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8" name="Body3">
            <a:extLst>
              <a:ext uri="{FF2B5EF4-FFF2-40B4-BE49-F238E27FC236}">
                <a16:creationId xmlns:a16="http://schemas.microsoft.com/office/drawing/2014/main" id="{A3D382C2-293B-4490-AE51-4E1CD94BA47F}"/>
              </a:ext>
            </a:extLst>
          </p:cNvPr>
          <p:cNvSpPr>
            <a:spLocks noGrp="1"/>
          </p:cNvSpPr>
          <p:nvPr>
            <p:ph sz="quarter" idx="28" hasCustomPrompt="1"/>
          </p:nvPr>
        </p:nvSpPr>
        <p:spPr>
          <a:xfrm>
            <a:off x="8059738" y="2259013"/>
            <a:ext cx="3455987" cy="3532187"/>
          </a:xfrm>
        </p:spPr>
        <p:txBody>
          <a:bodyPr/>
          <a:lstStyle>
            <a:lvl1pPr>
              <a:defRPr sz="1800"/>
            </a:lvl1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a:p>
            <a:pPr lvl="4"/>
            <a:endParaRPr lang="en-US"/>
          </a:p>
        </p:txBody>
      </p:sp>
      <p:sp>
        <p:nvSpPr>
          <p:cNvPr id="6" name="Body2">
            <a:extLst>
              <a:ext uri="{FF2B5EF4-FFF2-40B4-BE49-F238E27FC236}">
                <a16:creationId xmlns:a16="http://schemas.microsoft.com/office/drawing/2014/main" id="{CB45F684-2379-4650-9BC3-F6532116FE5A}"/>
              </a:ext>
            </a:extLst>
          </p:cNvPr>
          <p:cNvSpPr>
            <a:spLocks noGrp="1"/>
          </p:cNvSpPr>
          <p:nvPr>
            <p:ph sz="quarter" idx="27" hasCustomPrompt="1"/>
          </p:nvPr>
        </p:nvSpPr>
        <p:spPr>
          <a:xfrm>
            <a:off x="4364038" y="2259013"/>
            <a:ext cx="3446462" cy="3532187"/>
          </a:xfrm>
        </p:spPr>
        <p:txBody>
          <a:bodyPr/>
          <a:lstStyle>
            <a:lvl1pPr>
              <a:defRPr sz="1800"/>
            </a:lvl1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a:p>
            <a:pPr lvl="4"/>
            <a:endParaRPr lang="en-US"/>
          </a:p>
        </p:txBody>
      </p:sp>
      <p:sp>
        <p:nvSpPr>
          <p:cNvPr id="4" name="Body1">
            <a:extLst>
              <a:ext uri="{FF2B5EF4-FFF2-40B4-BE49-F238E27FC236}">
                <a16:creationId xmlns:a16="http://schemas.microsoft.com/office/drawing/2014/main" id="{506B5483-5F87-4B37-8B61-92E335D4AC6C}"/>
              </a:ext>
            </a:extLst>
          </p:cNvPr>
          <p:cNvSpPr>
            <a:spLocks noGrp="1"/>
          </p:cNvSpPr>
          <p:nvPr>
            <p:ph sz="quarter" idx="26" hasCustomPrompt="1"/>
          </p:nvPr>
        </p:nvSpPr>
        <p:spPr>
          <a:xfrm>
            <a:off x="695325" y="2259013"/>
            <a:ext cx="3417888" cy="3532187"/>
          </a:xfrm>
        </p:spPr>
        <p:txBody>
          <a:bodyPr/>
          <a:lstStyle>
            <a:lvl1pPr>
              <a:defRPr sz="1800"/>
            </a:lvl1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a:p>
            <a:pPr lvl="4"/>
            <a:endParaRPr lang="en-US"/>
          </a:p>
        </p:txBody>
      </p:sp>
      <p:sp>
        <p:nvSpPr>
          <p:cNvPr id="16" name="Subhead3"/>
          <p:cNvSpPr>
            <a:spLocks noGrp="1"/>
          </p:cNvSpPr>
          <p:nvPr>
            <p:ph type="body" sz="quarter" idx="24" hasCustomPrompt="1"/>
          </p:nvPr>
        </p:nvSpPr>
        <p:spPr>
          <a:xfrm>
            <a:off x="8077200"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Subhead2"/>
          <p:cNvSpPr>
            <a:spLocks noGrp="1"/>
          </p:cNvSpPr>
          <p:nvPr>
            <p:ph type="body" sz="quarter" idx="23" hasCustomPrompt="1"/>
          </p:nvPr>
        </p:nvSpPr>
        <p:spPr>
          <a:xfrm>
            <a:off x="4364234"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4" name="Subhead1"/>
          <p:cNvSpPr>
            <a:spLocks noGrp="1"/>
          </p:cNvSpPr>
          <p:nvPr>
            <p:ph type="body" sz="quarter" idx="21" hasCustomPrompt="1"/>
          </p:nvPr>
        </p:nvSpPr>
        <p:spPr>
          <a:xfrm>
            <a:off x="695325"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Tree>
    <p:extLst>
      <p:ext uri="{BB962C8B-B14F-4D97-AF65-F5344CB8AC3E}">
        <p14:creationId xmlns:p14="http://schemas.microsoft.com/office/powerpoint/2010/main" val="3986074140"/>
      </p:ext>
    </p:extLst>
  </p:cSld>
  <p:clrMapOvr>
    <a:masterClrMapping/>
  </p:clrMapOvr>
  <p:extLst>
    <p:ext uri="{DCECCB84-F9BA-43D5-87BE-67443E8EF086}">
      <p15:sldGuideLst xmlns:p15="http://schemas.microsoft.com/office/powerpoint/2012/main">
        <p15:guide id="1" orient="horz" pos="14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lins Content: 3 columns/photos">
    <p:spTree>
      <p:nvGrpSpPr>
        <p:cNvPr id="1" name=""/>
        <p:cNvGrpSpPr/>
        <p:nvPr/>
      </p:nvGrpSpPr>
      <p:grpSpPr>
        <a:xfrm>
          <a:off x="0" y="0"/>
          <a:ext cx="0" cy="0"/>
          <a:chOff x="0" y="0"/>
          <a:chExt cx="0" cy="0"/>
        </a:xfrm>
      </p:grpSpPr>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2" name="Footer Placeholder 1">
            <a:extLst>
              <a:ext uri="{FF2B5EF4-FFF2-40B4-BE49-F238E27FC236}">
                <a16:creationId xmlns:a16="http://schemas.microsoft.com/office/drawing/2014/main" id="{F2FFE885-255A-DE4B-B7E6-9A98CEBD81FA}"/>
              </a:ext>
            </a:extLst>
          </p:cNvPr>
          <p:cNvSpPr>
            <a:spLocks noGrp="1"/>
          </p:cNvSpPr>
          <p:nvPr>
            <p:ph type="ftr" sz="quarter" idx="28"/>
          </p:nvPr>
        </p:nvSpPr>
        <p:spPr/>
        <p:txBody>
          <a:bodyPr/>
          <a:lstStyle/>
          <a:p>
            <a:endParaRPr lang="en-US"/>
          </a:p>
        </p:txBody>
      </p:sp>
      <p:sp>
        <p:nvSpPr>
          <p:cNvPr id="3" name="Picture Placeholder 2"/>
          <p:cNvSpPr>
            <a:spLocks noGrp="1"/>
          </p:cNvSpPr>
          <p:nvPr>
            <p:ph type="pic" sz="quarter" idx="22" hasCustomPrompt="1"/>
          </p:nvPr>
        </p:nvSpPr>
        <p:spPr>
          <a:xfrm>
            <a:off x="685800" y="1312494"/>
            <a:ext cx="3429000" cy="1829708"/>
          </a:xfrm>
          <a:solidFill>
            <a:schemeClr val="bg2"/>
          </a:solidFill>
        </p:spPr>
        <p:txBody>
          <a:bodyPr tIns="365760"/>
          <a:lstStyle>
            <a:lvl1pPr marL="0" indent="0" algn="ctr">
              <a:buNone/>
              <a:defRPr sz="1800"/>
            </a:lvl1pPr>
          </a:lstStyle>
          <a:p>
            <a:r>
              <a:rPr lang="en-US"/>
              <a:t>Click to insert photo</a:t>
            </a:r>
          </a:p>
        </p:txBody>
      </p:sp>
      <p:sp>
        <p:nvSpPr>
          <p:cNvPr id="20" name="Picture Placeholder 2"/>
          <p:cNvSpPr>
            <a:spLocks noGrp="1"/>
          </p:cNvSpPr>
          <p:nvPr>
            <p:ph type="pic" sz="quarter" idx="23" hasCustomPrompt="1"/>
          </p:nvPr>
        </p:nvSpPr>
        <p:spPr>
          <a:xfrm>
            <a:off x="4381500" y="1312493"/>
            <a:ext cx="3429000" cy="1829709"/>
          </a:xfrm>
          <a:solidFill>
            <a:schemeClr val="bg2"/>
          </a:solidFill>
        </p:spPr>
        <p:txBody>
          <a:bodyPr tIns="365760"/>
          <a:lstStyle>
            <a:lvl1pPr marL="0" indent="0" algn="ctr">
              <a:buNone/>
              <a:defRPr sz="1800" baseline="0"/>
            </a:lvl1pPr>
          </a:lstStyle>
          <a:p>
            <a:r>
              <a:rPr lang="en-US"/>
              <a:t>Click to insert photo</a:t>
            </a:r>
          </a:p>
        </p:txBody>
      </p:sp>
      <p:sp>
        <p:nvSpPr>
          <p:cNvPr id="21" name="Picture Placeholder 2"/>
          <p:cNvSpPr>
            <a:spLocks noGrp="1"/>
          </p:cNvSpPr>
          <p:nvPr>
            <p:ph type="pic" sz="quarter" idx="24" hasCustomPrompt="1"/>
          </p:nvPr>
        </p:nvSpPr>
        <p:spPr>
          <a:xfrm>
            <a:off x="8077200" y="1312494"/>
            <a:ext cx="3429000" cy="1829708"/>
          </a:xfrm>
          <a:solidFill>
            <a:schemeClr val="bg2"/>
          </a:solidFill>
        </p:spPr>
        <p:txBody>
          <a:bodyPr tIns="365760"/>
          <a:lstStyle>
            <a:lvl1pPr marL="0" indent="0" algn="ctr">
              <a:buNone/>
              <a:defRPr sz="1800" baseline="0"/>
            </a:lvl1pPr>
          </a:lstStyle>
          <a:p>
            <a:r>
              <a:rPr lang="en-US"/>
              <a:t>Click to insert photo</a:t>
            </a:r>
          </a:p>
        </p:txBody>
      </p:sp>
      <p:sp>
        <p:nvSpPr>
          <p:cNvPr id="3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15" name="Takeaway bar">
            <a:extLst>
              <a:ext uri="{FF2B5EF4-FFF2-40B4-BE49-F238E27FC236}">
                <a16:creationId xmlns:a16="http://schemas.microsoft.com/office/drawing/2014/main" id="{473C7BBC-8A21-4A44-B2F3-EFACF76871B5}"/>
              </a:ext>
            </a:extLst>
          </p:cNvP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16" name="Body3">
            <a:extLst>
              <a:ext uri="{FF2B5EF4-FFF2-40B4-BE49-F238E27FC236}">
                <a16:creationId xmlns:a16="http://schemas.microsoft.com/office/drawing/2014/main" id="{B8F3E842-5D73-4C37-B25F-F5A68959E20E}"/>
              </a:ext>
            </a:extLst>
          </p:cNvPr>
          <p:cNvSpPr>
            <a:spLocks noGrp="1"/>
          </p:cNvSpPr>
          <p:nvPr>
            <p:ph sz="quarter" idx="29" hasCustomPrompt="1"/>
          </p:nvPr>
        </p:nvSpPr>
        <p:spPr>
          <a:xfrm>
            <a:off x="8041069" y="4022764"/>
            <a:ext cx="3455987" cy="1700240"/>
          </a:xfrm>
        </p:spPr>
        <p:txBody>
          <a:bodyPr/>
          <a:lstStyle>
            <a:lvl1pPr>
              <a:defRPr sz="1800"/>
            </a:lvl1pPr>
            <a:lvl5pPr marL="841248" indent="0">
              <a:buNone/>
              <a:defRPr/>
            </a:lvl5pPr>
          </a:lstStyle>
          <a:p>
            <a:pPr lvl="0"/>
            <a:r>
              <a:rPr lang="en-US"/>
              <a:t>Main bullet. 18 pt. black. Regular. Sentence case.</a:t>
            </a:r>
          </a:p>
          <a:p>
            <a:pPr lvl="1"/>
            <a:r>
              <a:rPr lang="en-US"/>
              <a:t>Second level</a:t>
            </a:r>
          </a:p>
          <a:p>
            <a:pPr lvl="2"/>
            <a:r>
              <a:rPr lang="en-US"/>
              <a:t>Third level</a:t>
            </a:r>
          </a:p>
          <a:p>
            <a:pPr lvl="3"/>
            <a:r>
              <a:rPr lang="en-US"/>
              <a:t>Fourth level</a:t>
            </a:r>
          </a:p>
        </p:txBody>
      </p:sp>
      <p:sp>
        <p:nvSpPr>
          <p:cNvPr id="24" name="Subhead3">
            <a:extLst>
              <a:ext uri="{FF2B5EF4-FFF2-40B4-BE49-F238E27FC236}">
                <a16:creationId xmlns:a16="http://schemas.microsoft.com/office/drawing/2014/main" id="{10F7AD7C-A7AC-4B6C-B516-7C8605B120FD}"/>
              </a:ext>
            </a:extLst>
          </p:cNvPr>
          <p:cNvSpPr>
            <a:spLocks noGrp="1"/>
          </p:cNvSpPr>
          <p:nvPr>
            <p:ph type="body" sz="quarter" idx="31" hasCustomPrompt="1"/>
          </p:nvPr>
        </p:nvSpPr>
        <p:spPr>
          <a:xfrm>
            <a:off x="8033145" y="333648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Body2">
            <a:extLst>
              <a:ext uri="{FF2B5EF4-FFF2-40B4-BE49-F238E27FC236}">
                <a16:creationId xmlns:a16="http://schemas.microsoft.com/office/drawing/2014/main" id="{782F5A16-B3C3-4474-8D84-8FFE53621B09}"/>
              </a:ext>
            </a:extLst>
          </p:cNvPr>
          <p:cNvSpPr>
            <a:spLocks noGrp="1"/>
          </p:cNvSpPr>
          <p:nvPr>
            <p:ph sz="quarter" idx="27" hasCustomPrompt="1"/>
          </p:nvPr>
        </p:nvSpPr>
        <p:spPr>
          <a:xfrm>
            <a:off x="4345369" y="4022764"/>
            <a:ext cx="3446462" cy="1700240"/>
          </a:xfrm>
        </p:spPr>
        <p:txBody>
          <a:bodyPr/>
          <a:lstStyle>
            <a:lvl1pPr>
              <a:defRPr sz="1800"/>
            </a:lvl1pPr>
            <a:lvl5pPr marL="841248" indent="0">
              <a:buNone/>
              <a:defRPr/>
            </a:lvl5pPr>
          </a:lstStyle>
          <a:p>
            <a:pPr lvl="0"/>
            <a:r>
              <a:rPr lang="en-US"/>
              <a:t>Main bullet. 18 pt. black. Regular. Sentence case.</a:t>
            </a:r>
          </a:p>
          <a:p>
            <a:pPr lvl="1"/>
            <a:r>
              <a:rPr lang="en-US"/>
              <a:t>Second level</a:t>
            </a:r>
          </a:p>
          <a:p>
            <a:pPr lvl="2"/>
            <a:r>
              <a:rPr lang="en-US"/>
              <a:t>Third level</a:t>
            </a:r>
          </a:p>
          <a:p>
            <a:pPr lvl="3"/>
            <a:r>
              <a:rPr lang="en-US"/>
              <a:t>Fourth level</a:t>
            </a:r>
          </a:p>
        </p:txBody>
      </p:sp>
      <p:sp>
        <p:nvSpPr>
          <p:cNvPr id="23" name="Subhead2">
            <a:extLst>
              <a:ext uri="{FF2B5EF4-FFF2-40B4-BE49-F238E27FC236}">
                <a16:creationId xmlns:a16="http://schemas.microsoft.com/office/drawing/2014/main" id="{AAE5DB7E-D84E-4D2F-860A-9C2F8150CFEF}"/>
              </a:ext>
            </a:extLst>
          </p:cNvPr>
          <p:cNvSpPr>
            <a:spLocks noGrp="1"/>
          </p:cNvSpPr>
          <p:nvPr>
            <p:ph type="body" sz="quarter" idx="30" hasCustomPrompt="1"/>
          </p:nvPr>
        </p:nvSpPr>
        <p:spPr>
          <a:xfrm>
            <a:off x="4340969" y="333648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9" name="Body1">
            <a:extLst>
              <a:ext uri="{FF2B5EF4-FFF2-40B4-BE49-F238E27FC236}">
                <a16:creationId xmlns:a16="http://schemas.microsoft.com/office/drawing/2014/main" id="{F58EE0DE-BE84-4A9F-A349-A400BBD90077}"/>
              </a:ext>
            </a:extLst>
          </p:cNvPr>
          <p:cNvSpPr>
            <a:spLocks noGrp="1"/>
          </p:cNvSpPr>
          <p:nvPr>
            <p:ph sz="quarter" idx="26" hasCustomPrompt="1"/>
          </p:nvPr>
        </p:nvSpPr>
        <p:spPr>
          <a:xfrm>
            <a:off x="676656" y="4022764"/>
            <a:ext cx="3417888" cy="1700240"/>
          </a:xfrm>
        </p:spPr>
        <p:txBody>
          <a:bodyPr/>
          <a:lstStyle>
            <a:lvl1pPr>
              <a:defRPr sz="1800"/>
            </a:lvl1pPr>
            <a:lvl5pPr marL="841248" indent="0">
              <a:buNone/>
              <a:defRPr/>
            </a:lvl5pPr>
          </a:lstStyle>
          <a:p>
            <a:pPr lvl="0"/>
            <a:r>
              <a:rPr lang="en-US"/>
              <a:t>Main bullet. 18 pt. black. Regular. Sentence case.</a:t>
            </a:r>
          </a:p>
          <a:p>
            <a:pPr lvl="1"/>
            <a:r>
              <a:rPr lang="en-US"/>
              <a:t>Second level</a:t>
            </a:r>
          </a:p>
          <a:p>
            <a:pPr lvl="2"/>
            <a:r>
              <a:rPr lang="en-US"/>
              <a:t>Third level</a:t>
            </a:r>
          </a:p>
          <a:p>
            <a:pPr lvl="3"/>
            <a:r>
              <a:rPr lang="en-US"/>
              <a:t>Fourth level</a:t>
            </a:r>
          </a:p>
        </p:txBody>
      </p:sp>
      <p:sp>
        <p:nvSpPr>
          <p:cNvPr id="25" name="Subhead1">
            <a:extLst>
              <a:ext uri="{FF2B5EF4-FFF2-40B4-BE49-F238E27FC236}">
                <a16:creationId xmlns:a16="http://schemas.microsoft.com/office/drawing/2014/main" id="{FDB5A404-7DB4-4DC7-BC95-8CD6FF0A3B57}"/>
              </a:ext>
            </a:extLst>
          </p:cNvPr>
          <p:cNvSpPr>
            <a:spLocks noGrp="1"/>
          </p:cNvSpPr>
          <p:nvPr>
            <p:ph type="body" sz="quarter" idx="21" hasCustomPrompt="1"/>
          </p:nvPr>
        </p:nvSpPr>
        <p:spPr>
          <a:xfrm>
            <a:off x="676656" y="333648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Tree>
    <p:extLst>
      <p:ext uri="{BB962C8B-B14F-4D97-AF65-F5344CB8AC3E}">
        <p14:creationId xmlns:p14="http://schemas.microsoft.com/office/powerpoint/2010/main" val="15882674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lins Content: Text Quad">
    <p:spTree>
      <p:nvGrpSpPr>
        <p:cNvPr id="1" name=""/>
        <p:cNvGrpSpPr/>
        <p:nvPr/>
      </p:nvGrpSpPr>
      <p:grpSpPr>
        <a:xfrm>
          <a:off x="0" y="0"/>
          <a:ext cx="0" cy="0"/>
          <a:chOff x="0" y="0"/>
          <a:chExt cx="0" cy="0"/>
        </a:xfrm>
      </p:grpSpPr>
      <p:sp>
        <p:nvSpPr>
          <p:cNvPr id="23"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2" name="Footer Placeholder 1">
            <a:extLst>
              <a:ext uri="{FF2B5EF4-FFF2-40B4-BE49-F238E27FC236}">
                <a16:creationId xmlns:a16="http://schemas.microsoft.com/office/drawing/2014/main" id="{7B211ECA-3F10-BA4A-9903-326CCDC73263}"/>
              </a:ext>
            </a:extLst>
          </p:cNvPr>
          <p:cNvSpPr>
            <a:spLocks noGrp="1"/>
          </p:cNvSpPr>
          <p:nvPr>
            <p:ph type="ftr" sz="quarter" idx="28"/>
          </p:nvPr>
        </p:nvSpPr>
        <p:spPr/>
        <p:txBody>
          <a:bodyPr/>
          <a:lstStyle/>
          <a:p>
            <a:endParaRPr lang="en-US"/>
          </a:p>
        </p:txBody>
      </p:sp>
      <p:sp>
        <p:nvSpPr>
          <p:cNvPr id="21" name="Takeaway bar"/>
          <p:cNvSpPr>
            <a:spLocks noGrp="1"/>
          </p:cNvSpPr>
          <p:nvPr>
            <p:ph type="body" sz="quarter" idx="15" hasCustomPrompt="1"/>
          </p:nvPr>
        </p:nvSpPr>
        <p:spPr>
          <a:xfrm>
            <a:off x="694944" y="5912568"/>
            <a:ext cx="10820399"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4" name="Body4">
            <a:extLst>
              <a:ext uri="{FF2B5EF4-FFF2-40B4-BE49-F238E27FC236}">
                <a16:creationId xmlns:a16="http://schemas.microsoft.com/office/drawing/2014/main" id="{EFBD0647-D555-4E72-BD0C-D7C31163DE48}"/>
              </a:ext>
            </a:extLst>
          </p:cNvPr>
          <p:cNvSpPr>
            <a:spLocks noGrp="1"/>
          </p:cNvSpPr>
          <p:nvPr>
            <p:ph sz="quarter" idx="33" hasCustomPrompt="1"/>
          </p:nvPr>
        </p:nvSpPr>
        <p:spPr>
          <a:xfrm>
            <a:off x="6285898" y="4082550"/>
            <a:ext cx="5257800" cy="1458912"/>
          </a:xfrm>
        </p:spPr>
        <p:txBody>
          <a:bodyPr/>
          <a:lstStyle>
            <a:lvl1pPr marL="0" indent="0">
              <a:buNone/>
              <a:defRPr sz="1800"/>
            </a:lvl1pPr>
            <a:lvl2pPr>
              <a:defRPr sz="1800"/>
            </a:lvl2pPr>
            <a:lvl3pPr>
              <a:defRPr sz="1800"/>
            </a:lvl3pPr>
            <a:lvl4pPr>
              <a:defRPr sz="1800"/>
            </a:lvl4pPr>
          </a:lstStyle>
          <a:p>
            <a:pPr lvl="0"/>
            <a:r>
              <a:rPr lang="en-US"/>
              <a:t>Main bullet. 18 pt. black.</a:t>
            </a:r>
          </a:p>
          <a:p>
            <a:pPr lvl="1"/>
            <a:r>
              <a:rPr lang="en-US"/>
              <a:t>Second level</a:t>
            </a:r>
          </a:p>
          <a:p>
            <a:pPr lvl="2"/>
            <a:r>
              <a:rPr lang="en-US"/>
              <a:t>Third level</a:t>
            </a:r>
          </a:p>
          <a:p>
            <a:pPr lvl="3"/>
            <a:r>
              <a:rPr lang="en-US"/>
              <a:t>Fourth level</a:t>
            </a:r>
          </a:p>
        </p:txBody>
      </p:sp>
      <p:sp>
        <p:nvSpPr>
          <p:cNvPr id="18" name="Subhead4"/>
          <p:cNvSpPr>
            <a:spLocks noGrp="1"/>
          </p:cNvSpPr>
          <p:nvPr>
            <p:ph type="body" sz="quarter" idx="27" hasCustomPrompt="1"/>
          </p:nvPr>
        </p:nvSpPr>
        <p:spPr>
          <a:xfrm>
            <a:off x="6292877" y="3723131"/>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8" name="Body3">
            <a:extLst>
              <a:ext uri="{FF2B5EF4-FFF2-40B4-BE49-F238E27FC236}">
                <a16:creationId xmlns:a16="http://schemas.microsoft.com/office/drawing/2014/main" id="{79CF69DF-EFCD-41D8-9992-E41641193E44}"/>
              </a:ext>
            </a:extLst>
          </p:cNvPr>
          <p:cNvSpPr>
            <a:spLocks noGrp="1"/>
          </p:cNvSpPr>
          <p:nvPr>
            <p:ph sz="quarter" idx="31" hasCustomPrompt="1"/>
          </p:nvPr>
        </p:nvSpPr>
        <p:spPr>
          <a:xfrm>
            <a:off x="710241" y="4078027"/>
            <a:ext cx="5240337" cy="1436687"/>
          </a:xfrm>
        </p:spPr>
        <p:txBody>
          <a:bodyPr/>
          <a:lstStyle>
            <a:lvl1pPr>
              <a:defRPr sz="1800"/>
            </a:lvl1pPr>
            <a:lvl2pPr>
              <a:defRPr sz="1800"/>
            </a:lvl2pPr>
            <a:lvl3pPr>
              <a:defRPr sz="1800"/>
            </a:lvl3pPr>
            <a:lvl4pPr>
              <a:defRPr sz="1800"/>
            </a:lvl4pPr>
          </a:lstStyle>
          <a:p>
            <a:pPr lvl="0"/>
            <a:r>
              <a:rPr lang="en-US"/>
              <a:t>Main bullet. 18 pt. black.</a:t>
            </a:r>
          </a:p>
          <a:p>
            <a:pPr lvl="1"/>
            <a:r>
              <a:rPr lang="en-US"/>
              <a:t>Second level</a:t>
            </a:r>
          </a:p>
          <a:p>
            <a:pPr lvl="2"/>
            <a:r>
              <a:rPr lang="en-US"/>
              <a:t>Third level</a:t>
            </a:r>
          </a:p>
          <a:p>
            <a:pPr lvl="3"/>
            <a:r>
              <a:rPr lang="en-US"/>
              <a:t>Fourth level</a:t>
            </a:r>
          </a:p>
        </p:txBody>
      </p:sp>
      <p:sp>
        <p:nvSpPr>
          <p:cNvPr id="17" name="Subhead3"/>
          <p:cNvSpPr>
            <a:spLocks noGrp="1"/>
          </p:cNvSpPr>
          <p:nvPr>
            <p:ph type="body" sz="quarter" idx="26" hasCustomPrompt="1"/>
          </p:nvPr>
        </p:nvSpPr>
        <p:spPr>
          <a:xfrm>
            <a:off x="715878" y="371440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6" name="Body2">
            <a:extLst>
              <a:ext uri="{FF2B5EF4-FFF2-40B4-BE49-F238E27FC236}">
                <a16:creationId xmlns:a16="http://schemas.microsoft.com/office/drawing/2014/main" id="{1C66D4F2-6ADE-445D-B545-81F44821A597}"/>
              </a:ext>
            </a:extLst>
          </p:cNvPr>
          <p:cNvSpPr>
            <a:spLocks noGrp="1"/>
          </p:cNvSpPr>
          <p:nvPr>
            <p:ph sz="quarter" idx="30" hasCustomPrompt="1"/>
          </p:nvPr>
        </p:nvSpPr>
        <p:spPr>
          <a:xfrm>
            <a:off x="6253163" y="1925638"/>
            <a:ext cx="5262562" cy="1422400"/>
          </a:xfrm>
        </p:spPr>
        <p:txBody>
          <a:bodyPr/>
          <a:lstStyle>
            <a:lvl1pPr>
              <a:defRPr sz="1800"/>
            </a:lvl1pPr>
            <a:lvl2pPr>
              <a:defRPr sz="1800"/>
            </a:lvl2pPr>
            <a:lvl3pPr>
              <a:defRPr sz="1800"/>
            </a:lvl3pPr>
            <a:lvl4pPr>
              <a:defRPr sz="1800"/>
            </a:lvl4pPr>
            <a:lvl5pPr marL="841248" indent="0">
              <a:buNone/>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6" name="Subhead2"/>
          <p:cNvSpPr>
            <a:spLocks noGrp="1"/>
          </p:cNvSpPr>
          <p:nvPr>
            <p:ph type="body" sz="quarter" idx="25" hasCustomPrompt="1"/>
          </p:nvPr>
        </p:nvSpPr>
        <p:spPr>
          <a:xfrm>
            <a:off x="6249401"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4" name="Body1">
            <a:extLst>
              <a:ext uri="{FF2B5EF4-FFF2-40B4-BE49-F238E27FC236}">
                <a16:creationId xmlns:a16="http://schemas.microsoft.com/office/drawing/2014/main" id="{13618A41-9235-4A1A-90C9-9833408FBD69}"/>
              </a:ext>
            </a:extLst>
          </p:cNvPr>
          <p:cNvSpPr>
            <a:spLocks noGrp="1"/>
          </p:cNvSpPr>
          <p:nvPr>
            <p:ph sz="quarter" idx="29" hasCustomPrompt="1"/>
          </p:nvPr>
        </p:nvSpPr>
        <p:spPr>
          <a:xfrm>
            <a:off x="695325" y="1922463"/>
            <a:ext cx="5240338" cy="1425575"/>
          </a:xfrm>
        </p:spPr>
        <p:txBody>
          <a:bodyPr/>
          <a:lstStyle>
            <a:lvl1pPr>
              <a:defRPr sz="1800"/>
            </a:lvl1pPr>
            <a:lvl2pPr>
              <a:defRPr sz="1800"/>
            </a:lvl2pPr>
            <a:lvl3pPr>
              <a:defRPr sz="1800"/>
            </a:lvl3pPr>
            <a:lvl4pPr>
              <a:defRPr sz="1800"/>
            </a:lvl4pPr>
            <a:lvl5pPr marL="841248" indent="0">
              <a:buNone/>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5" name="Subhead1"/>
          <p:cNvSpPr>
            <a:spLocks noGrp="1"/>
          </p:cNvSpPr>
          <p:nvPr>
            <p:ph type="body" sz="quarter" idx="21" hasCustomPrompt="1"/>
          </p:nvPr>
        </p:nvSpPr>
        <p:spPr>
          <a:xfrm>
            <a:off x="691820"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Tree>
    <p:extLst>
      <p:ext uri="{BB962C8B-B14F-4D97-AF65-F5344CB8AC3E}">
        <p14:creationId xmlns:p14="http://schemas.microsoft.com/office/powerpoint/2010/main" val="247612016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llins content: Blank">
    <p:spTree>
      <p:nvGrpSpPr>
        <p:cNvPr id="1" name=""/>
        <p:cNvGrpSpPr/>
        <p:nvPr/>
      </p:nvGrpSpPr>
      <p:grpSpPr>
        <a:xfrm>
          <a:off x="0" y="0"/>
          <a:ext cx="0" cy="0"/>
          <a:chOff x="0" y="0"/>
          <a:chExt cx="0" cy="0"/>
        </a:xfrm>
      </p:grpSpPr>
      <p:sp>
        <p:nvSpPr>
          <p:cNvPr id="9"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6" name="Title 5"/>
          <p:cNvSpPr>
            <a:spLocks noGrp="1"/>
          </p:cNvSpPr>
          <p:nvPr>
            <p:ph type="title" hasCustomPrompt="1"/>
          </p:nvPr>
        </p:nvSpPr>
        <p:spPr>
          <a:xfrm>
            <a:off x="694944" y="512067"/>
            <a:ext cx="10811256" cy="676653"/>
          </a:xfrm>
          <a:prstGeom prst="rect">
            <a:avLst/>
          </a:prstGeom>
        </p:spPr>
        <p:txBody>
          <a:bodyPr/>
          <a:lstStyle>
            <a:lvl1pPr>
              <a:lnSpc>
                <a:spcPct val="80000"/>
              </a:lnSpc>
              <a:defRPr sz="3200" b="0"/>
            </a:lvl1pPr>
          </a:lstStyle>
          <a:p>
            <a:r>
              <a:rPr lang="en-US"/>
              <a:t>Title. 32 pt. black. UPPER case. Two lines max.</a:t>
            </a:r>
          </a:p>
        </p:txBody>
      </p:sp>
      <p:sp>
        <p:nvSpPr>
          <p:cNvPr id="5"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347B83AA-E296-8443-804F-04A7F4C1160F}"/>
              </a:ext>
            </a:extLst>
          </p:cNvPr>
          <p:cNvSpPr>
            <a:spLocks noGrp="1"/>
          </p:cNvSpPr>
          <p:nvPr>
            <p:ph type="ftr" sz="quarter" idx="16"/>
          </p:nvPr>
        </p:nvSpPr>
        <p:spPr/>
        <p:txBody>
          <a:bodyPr/>
          <a:lstStyle/>
          <a:p>
            <a:endParaRPr lang="en-US"/>
          </a:p>
        </p:txBody>
      </p:sp>
    </p:spTree>
    <p:extLst>
      <p:ext uri="{BB962C8B-B14F-4D97-AF65-F5344CB8AC3E}">
        <p14:creationId xmlns:p14="http://schemas.microsoft.com/office/powerpoint/2010/main" val="3621510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llins Custom Cov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pic>
        <p:nvPicPr>
          <p:cNvPr id="8" name="Graphic 7">
            <a:extLst>
              <a:ext uri="{FF2B5EF4-FFF2-40B4-BE49-F238E27FC236}">
                <a16:creationId xmlns:a16="http://schemas.microsoft.com/office/drawing/2014/main" id="{12ADE7C4-C9D6-C340-9D31-184D270C18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1FC6B38C-CF04-4F32-B219-4E6897BCEC78}"/>
              </a:ext>
            </a:extLst>
          </p:cNvPr>
          <p:cNvSpPr>
            <a:spLocks noGrp="1"/>
          </p:cNvSpPr>
          <p:nvPr>
            <p:ph type="ftr" sz="quarter" idx="18"/>
          </p:nvPr>
        </p:nvSpPr>
        <p:spPr/>
        <p:txBody>
          <a:bodyPr/>
          <a:lstStyle/>
          <a:p>
            <a:endParaRPr lang="en-US"/>
          </a:p>
        </p:txBody>
      </p:sp>
      <p:sp>
        <p:nvSpPr>
          <p:cNvPr id="10" name="Date Placeholder 4">
            <a:extLst>
              <a:ext uri="{FF2B5EF4-FFF2-40B4-BE49-F238E27FC236}">
                <a16:creationId xmlns:a16="http://schemas.microsoft.com/office/drawing/2014/main" id="{7730A198-60A6-4683-BC20-14E81E22C99D}"/>
              </a:ext>
            </a:extLst>
          </p:cNvPr>
          <p:cNvSpPr>
            <a:spLocks noGrp="1"/>
          </p:cNvSpPr>
          <p:nvPr>
            <p:ph type="dt" sz="half" idx="12"/>
          </p:nvPr>
        </p:nvSpPr>
        <p:spPr>
          <a:xfrm>
            <a:off x="9051010" y="6402278"/>
            <a:ext cx="2312452" cy="216670"/>
          </a:xfrm>
          <a:noFill/>
        </p:spPr>
        <p:txBody>
          <a:bodyPr vert="horz" lIns="0" tIns="0" rIns="0" bIns="0" rtlCol="0">
            <a:noAutofit/>
          </a:bodyPr>
          <a:lstStyle>
            <a:lvl1pPr algn="r">
              <a:defRPr lang="en-US" sz="1400" b="1" baseline="0" smtClean="0">
                <a:solidFill>
                  <a:schemeClr val="tx1"/>
                </a:solidFill>
                <a:latin typeface="Arial" panose="020B0604020202020204" pitchFamily="34" charset="0"/>
                <a:cs typeface="Arial" panose="020B0604020202020204" pitchFamily="34" charset="0"/>
              </a:defRPr>
            </a:lvl1pPr>
          </a:lstStyle>
          <a:p>
            <a:pPr>
              <a:spcAft>
                <a:spcPts val="600"/>
              </a:spcAft>
              <a:buClr>
                <a:schemeClr val="tx2"/>
              </a:buClr>
              <a:buSzPct val="75000"/>
              <a:buFont typeface="Arial" panose="020B0604020202020204" pitchFamily="34" charset="0"/>
              <a:buNone/>
            </a:pPr>
            <a:endParaRPr lang="en-US"/>
          </a:p>
        </p:txBody>
      </p:sp>
    </p:spTree>
    <p:extLst>
      <p:ext uri="{BB962C8B-B14F-4D97-AF65-F5344CB8AC3E}">
        <p14:creationId xmlns:p14="http://schemas.microsoft.com/office/powerpoint/2010/main" val="3172429251"/>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53CDA-4DF4-F65D-77C5-B73FE481E6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EAB289-B840-33F1-094F-F820224980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7CC93F-A19C-1A0B-8C4C-0C1EE8A46D71}"/>
              </a:ext>
            </a:extLst>
          </p:cNvPr>
          <p:cNvSpPr>
            <a:spLocks noGrp="1"/>
          </p:cNvSpPr>
          <p:nvPr>
            <p:ph type="dt" sz="half" idx="10"/>
          </p:nvPr>
        </p:nvSpPr>
        <p:spPr/>
        <p:txBody>
          <a:bodyPr/>
          <a:lstStyle/>
          <a:p>
            <a:fld id="{59DF6274-705F-4B75-85B7-7FBFB4912ABD}" type="datetimeFigureOut">
              <a:rPr lang="en-US" smtClean="0"/>
              <a:t>9/29/2023</a:t>
            </a:fld>
            <a:endParaRPr lang="en-US"/>
          </a:p>
        </p:txBody>
      </p:sp>
      <p:sp>
        <p:nvSpPr>
          <p:cNvPr id="5" name="Footer Placeholder 4">
            <a:extLst>
              <a:ext uri="{FF2B5EF4-FFF2-40B4-BE49-F238E27FC236}">
                <a16:creationId xmlns:a16="http://schemas.microsoft.com/office/drawing/2014/main" id="{6C3E6064-FC31-A30A-1F77-170A6A1E8D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EBF68-C59F-E72D-54F7-6D5CC78F068F}"/>
              </a:ext>
            </a:extLst>
          </p:cNvPr>
          <p:cNvSpPr>
            <a:spLocks noGrp="1"/>
          </p:cNvSpPr>
          <p:nvPr>
            <p:ph type="sldNum" sz="quarter" idx="12"/>
          </p:nvPr>
        </p:nvSpPr>
        <p:spPr/>
        <p:txBody>
          <a:bodyPr/>
          <a:lstStyle/>
          <a:p>
            <a:fld id="{ECAFA8EB-A1B3-4492-AE80-9E199490516B}" type="slidenum">
              <a:rPr lang="en-US" smtClean="0"/>
              <a:t>‹#›</a:t>
            </a:fld>
            <a:endParaRPr lang="en-US"/>
          </a:p>
        </p:txBody>
      </p:sp>
    </p:spTree>
    <p:extLst>
      <p:ext uri="{BB962C8B-B14F-4D97-AF65-F5344CB8AC3E}">
        <p14:creationId xmlns:p14="http://schemas.microsoft.com/office/powerpoint/2010/main" val="3814492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llins Content: 1 column/subhead">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2008402"/>
            <a:ext cx="10829543" cy="3782798"/>
          </a:xfrm>
          <a:noFill/>
        </p:spPr>
        <p:txBody>
          <a:bodyPr/>
          <a:lstStyle>
            <a:lvl1pPr marL="219456" indent="-219456" algn="l" defTabSz="914400"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2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2000" kern="1200" baseline="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baseline="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baseline="0" dirty="0">
                <a:solidFill>
                  <a:schemeClr val="tx1"/>
                </a:solidFill>
                <a:latin typeface="+mn-lt"/>
                <a:ea typeface="+mn-ea"/>
                <a:cs typeface="+mn-cs"/>
              </a:defRPr>
            </a:lvl5pPr>
          </a:lstStyle>
          <a:p>
            <a:pPr lvl="0"/>
            <a:r>
              <a:rPr lang="en-US"/>
              <a:t>Main bullet. 22 pt. Black. Sentence case.</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sz="quarter" idx="17" hasCustomPrompt="1"/>
          </p:nvPr>
        </p:nvSpPr>
        <p:spPr>
          <a:xfrm>
            <a:off x="685800" y="1572733"/>
            <a:ext cx="10820400"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07165E6F-54ED-4977-A15E-D44BE7238A65}" type="slidenum">
              <a:rPr kumimoji="0" lang="en-US" sz="1200" b="0" i="0" u="none" strike="noStrike" kern="1200" cap="none" spc="0" normalizeH="0" baseline="0" noProof="0" smtClean="0">
                <a:ln>
                  <a:noFill/>
                </a:ln>
                <a:solidFill>
                  <a:srgbClr val="000000">
                    <a:tint val="75000"/>
                  </a:srgbClr>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Arial"/>
              <a:ea typeface="+mn-ea"/>
              <a:cs typeface="+mn-cs"/>
            </a:endParaRPr>
          </a:p>
        </p:txBody>
      </p:sp>
      <p:sp>
        <p:nvSpPr>
          <p:cNvPr id="6" name="Title 5"/>
          <p:cNvSpPr>
            <a:spLocks noGrp="1"/>
          </p:cNvSpPr>
          <p:nvPr>
            <p:ph type="title" hasCustomPrompt="1"/>
          </p:nvPr>
        </p:nvSpPr>
        <p:spPr>
          <a:xfrm>
            <a:off x="694944" y="514473"/>
            <a:ext cx="10811256" cy="676653"/>
          </a:xfrm>
          <a:prstGeom prst="rect">
            <a:avLst/>
          </a:prstGeom>
        </p:spPr>
        <p:txBody>
          <a:bodyPr anchor="t" anchorCtr="0"/>
          <a:lstStyle>
            <a:lvl1pPr>
              <a:lnSpc>
                <a:spcPct val="80000"/>
              </a:lnSpc>
              <a:defRPr/>
            </a:lvl1pPr>
          </a:lstStyle>
          <a:p>
            <a:r>
              <a:rPr lang="en-US"/>
              <a:t>TITLE. 32 PT. BLACK. REGULAR. UPPERCASE. TWO LINES MAX.</a:t>
            </a:r>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E8CC1998-8757-C840-AADE-7B8BA99317B4}"/>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spTree>
    <p:extLst>
      <p:ext uri="{BB962C8B-B14F-4D97-AF65-F5344CB8AC3E}">
        <p14:creationId xmlns:p14="http://schemas.microsoft.com/office/powerpoint/2010/main" val="94572894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8B6C8E1-5162-A049-A9C3-1F56E4D8CBF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39469" y="6282751"/>
            <a:ext cx="1307035" cy="216396"/>
          </a:xfrm>
          <a:prstGeom prst="rect">
            <a:avLst/>
          </a:prstGeom>
        </p:spPr>
      </p:pic>
      <p:sp>
        <p:nvSpPr>
          <p:cNvPr id="6"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900" kern="1200" smtClean="0">
                <a:solidFill>
                  <a:schemeClr val="tx1">
                    <a:tint val="75000"/>
                  </a:schemeClr>
                </a:solidFill>
                <a:latin typeface="+mn-lt"/>
                <a:ea typeface="+mn-ea"/>
                <a:cs typeface="+mn-cs"/>
              </a:defRPr>
            </a:lvl1pPr>
          </a:lstStyle>
          <a:p>
            <a:fld id="{ECAFA8EB-A1B3-4492-AE80-9E199490516B}" type="slidenum">
              <a:rPr lang="en-US" smtClean="0"/>
              <a:t>‹#›</a:t>
            </a:fld>
            <a:endParaRPr lang="en-US"/>
          </a:p>
        </p:txBody>
      </p:sp>
      <p:sp>
        <p:nvSpPr>
          <p:cNvPr id="3" name="Body"/>
          <p:cNvSpPr>
            <a:spLocks noGrp="1"/>
          </p:cNvSpPr>
          <p:nvPr>
            <p:ph type="body" idx="1"/>
          </p:nvPr>
        </p:nvSpPr>
        <p:spPr>
          <a:xfrm>
            <a:off x="685800" y="1465711"/>
            <a:ext cx="10821419" cy="42291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92841"/>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8" name="Straight Connector 7">
            <a:extLst>
              <a:ext uri="{FF2B5EF4-FFF2-40B4-BE49-F238E27FC236}">
                <a16:creationId xmlns:a16="http://schemas.microsoft.com/office/drawing/2014/main" id="{B76676FC-D680-2646-8177-363F9684694B}"/>
              </a:ext>
            </a:extLst>
          </p:cNvPr>
          <p:cNvCxnSpPr>
            <a:cxnSpLocks/>
          </p:cNvCxnSpPr>
          <p:nvPr/>
        </p:nvCxnSpPr>
        <p:spPr>
          <a:xfrm>
            <a:off x="752528" y="27537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1" name="Footer Placeholder 3">
            <a:extLst>
              <a:ext uri="{FF2B5EF4-FFF2-40B4-BE49-F238E27FC236}">
                <a16:creationId xmlns:a16="http://schemas.microsoft.com/office/drawing/2014/main" id="{3BE96872-F016-3945-917E-2289792C5C73}"/>
              </a:ext>
            </a:extLst>
          </p:cNvPr>
          <p:cNvSpPr>
            <a:spLocks noGrp="1"/>
          </p:cNvSpPr>
          <p:nvPr>
            <p:ph type="ftr" sz="quarter" idx="3"/>
          </p:nvPr>
        </p:nvSpPr>
        <p:spPr>
          <a:xfrm>
            <a:off x="85293" y="6583702"/>
            <a:ext cx="10072498" cy="274298"/>
          </a:xfrm>
          <a:prstGeom prst="rect">
            <a:avLst/>
          </a:prstGeom>
        </p:spPr>
        <p:txBody>
          <a:bodyPr vert="horz" lIns="91440" tIns="45720" rIns="91440" bIns="45720" rtlCol="0" anchor="t" anchorCtr="0"/>
          <a:lstStyle>
            <a:lvl1pPr algn="l">
              <a:defRPr sz="600">
                <a:solidFill>
                  <a:schemeClr val="tx1"/>
                </a:solidFill>
              </a:defRPr>
            </a:lvl1pPr>
          </a:lstStyle>
          <a:p>
            <a:endParaRPr lang="en-US"/>
          </a:p>
        </p:txBody>
      </p:sp>
      <p:sp>
        <p:nvSpPr>
          <p:cNvPr id="2" name="Date Placeholder 1">
            <a:extLst>
              <a:ext uri="{FF2B5EF4-FFF2-40B4-BE49-F238E27FC236}">
                <a16:creationId xmlns:a16="http://schemas.microsoft.com/office/drawing/2014/main" id="{114FC5ED-8E49-43F4-AC11-0F643E32B9B9}"/>
              </a:ext>
            </a:extLst>
          </p:cNvPr>
          <p:cNvSpPr>
            <a:spLocks noGrp="1"/>
          </p:cNvSpPr>
          <p:nvPr>
            <p:ph type="dt" sz="half" idx="2"/>
          </p:nvPr>
        </p:nvSpPr>
        <p:spPr>
          <a:xfrm>
            <a:off x="10494762" y="5855050"/>
            <a:ext cx="1020581"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9" name="Copyright">
            <a:extLst>
              <a:ext uri="{FF2B5EF4-FFF2-40B4-BE49-F238E27FC236}">
                <a16:creationId xmlns:a16="http://schemas.microsoft.com/office/drawing/2014/main" id="{63AC8BC7-1E60-49AF-AB8C-E1A273601F19}"/>
              </a:ext>
            </a:extLst>
          </p:cNvPr>
          <p:cNvSpPr txBox="1">
            <a:spLocks noChangeArrowheads="1"/>
          </p:cNvSpPr>
          <p:nvPr/>
        </p:nvSpPr>
        <p:spPr bwMode="auto">
          <a:xfrm>
            <a:off x="4963949" y="6956980"/>
            <a:ext cx="2264102" cy="92333"/>
          </a:xfrm>
          <a:prstGeom prst="rect">
            <a:avLst/>
          </a:prstGeom>
          <a:solidFill>
            <a:srgbClr val="E6E6E6"/>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marL="230188" indent="-230188">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9pPr>
          </a:lstStyle>
          <a:p>
            <a:pPr marL="0" indent="0" algn="ctr"/>
            <a:endParaRPr lang="en-US" sz="600">
              <a:solidFill>
                <a:schemeClr val="bg1"/>
              </a:solidFill>
            </a:endParaRPr>
          </a:p>
        </p:txBody>
      </p:sp>
    </p:spTree>
    <p:extLst>
      <p:ext uri="{BB962C8B-B14F-4D97-AF65-F5344CB8AC3E}">
        <p14:creationId xmlns:p14="http://schemas.microsoft.com/office/powerpoint/2010/main" val="42355505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marL="0" algn="l" defTabSz="914400" rtl="0" eaLnBrk="1" latinLnBrk="0" hangingPunct="1">
        <a:lnSpc>
          <a:spcPct val="80000"/>
        </a:lnSpc>
        <a:spcBef>
          <a:spcPct val="0"/>
        </a:spcBef>
        <a:buNone/>
        <a:defRPr lang="en-US" sz="3200" b="0" kern="1200" cap="all" spc="300" baseline="0" dirty="0">
          <a:solidFill>
            <a:schemeClr val="tx1"/>
          </a:solidFill>
          <a:latin typeface="Arial" panose="020B0604020202020204" pitchFamily="34" charset="0"/>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800" kern="1200" baseline="0">
          <a:solidFill>
            <a:schemeClr val="tx1"/>
          </a:solidFill>
          <a:latin typeface="Arial" panose="020B0604020202020204" pitchFamily="34" charset="0"/>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18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6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16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88">
          <p15:clr>
            <a:srgbClr val="547EBF"/>
          </p15:clr>
        </p15:guide>
        <p15:guide id="16" orient="horz" pos="720">
          <p15:clr>
            <a:srgbClr val="547EBF"/>
          </p15:clr>
        </p15:guide>
        <p15:guide id="17" orient="horz" pos="480">
          <p15:clr>
            <a:srgbClr val="547EBF"/>
          </p15:clr>
        </p15:guide>
        <p15:guide id="18" orient="horz" pos="984">
          <p15:clr>
            <a:srgbClr val="F26B43"/>
          </p15:clr>
        </p15:guide>
        <p15:guide id="19" orient="horz" pos="3648">
          <p15:clr>
            <a:srgbClr val="F26B43"/>
          </p15:clr>
        </p15:guide>
        <p15:guide id="20" pos="432">
          <p15:clr>
            <a:srgbClr val="A4A3A4"/>
          </p15:clr>
        </p15:guide>
        <p15:guide id="21" pos="7248">
          <p15:clr>
            <a:srgbClr val="A4A3A4"/>
          </p15:clr>
        </p15:guide>
        <p15:guide id="22" pos="1416">
          <p15:clr>
            <a:srgbClr val="A4A3A4"/>
          </p15:clr>
        </p15:guide>
        <p15:guide id="23" pos="1608">
          <p15:clr>
            <a:srgbClr val="A4A3A4"/>
          </p15:clr>
        </p15:guide>
        <p15:guide id="24" pos="2592">
          <p15:clr>
            <a:srgbClr val="A4A3A4"/>
          </p15:clr>
        </p15:guide>
        <p15:guide id="25" pos="2760">
          <p15:clr>
            <a:srgbClr val="A4A3A4"/>
          </p15:clr>
        </p15:guide>
        <p15:guide id="26" pos="3744">
          <p15:clr>
            <a:srgbClr val="A4A3A4"/>
          </p15:clr>
        </p15:guide>
        <p15:guide id="27" pos="3936">
          <p15:clr>
            <a:srgbClr val="A4A3A4"/>
          </p15:clr>
        </p15:guide>
        <p15:guide id="28" pos="4920">
          <p15:clr>
            <a:srgbClr val="A4A3A4"/>
          </p15:clr>
        </p15:guide>
        <p15:guide id="29" pos="5088">
          <p15:clr>
            <a:srgbClr val="A4A3A4"/>
          </p15:clr>
        </p15:guide>
        <p15:guide id="30" pos="6072">
          <p15:clr>
            <a:srgbClr val="A4A3A4"/>
          </p15:clr>
        </p15:guide>
        <p15:guide id="31" pos="6264">
          <p15:clr>
            <a:srgbClr val="A4A3A4"/>
          </p15:clr>
        </p15:guide>
        <p15:guide id="32" orient="horz" pos="3888">
          <p15:clr>
            <a:srgbClr val="547EBF"/>
          </p15:clr>
        </p15:guide>
        <p15:guide id="33" orient="horz" pos="1296">
          <p15:clr>
            <a:srgbClr val="547EBF"/>
          </p15:clr>
        </p15:guide>
        <p15:guide id="34" orient="horz" pos="2592">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E7808-8202-46D3-526A-EC7146FC2EF1}"/>
              </a:ext>
            </a:extLst>
          </p:cNvPr>
          <p:cNvSpPr>
            <a:spLocks noGrp="1"/>
          </p:cNvSpPr>
          <p:nvPr>
            <p:ph type="title"/>
          </p:nvPr>
        </p:nvSpPr>
        <p:spPr/>
        <p:txBody>
          <a:bodyPr/>
          <a:lstStyle/>
          <a:p>
            <a:r>
              <a:rPr lang="en-US"/>
              <a:t>Systems Engineering – Jama Projects Template</a:t>
            </a:r>
          </a:p>
        </p:txBody>
      </p:sp>
      <p:pic>
        <p:nvPicPr>
          <p:cNvPr id="6" name="Picture 5">
            <a:extLst>
              <a:ext uri="{FF2B5EF4-FFF2-40B4-BE49-F238E27FC236}">
                <a16:creationId xmlns:a16="http://schemas.microsoft.com/office/drawing/2014/main" id="{06AFBEBB-4886-9C1F-3633-E0E1867FFD6D}"/>
              </a:ext>
            </a:extLst>
          </p:cNvPr>
          <p:cNvPicPr>
            <a:picLocks noChangeAspect="1"/>
          </p:cNvPicPr>
          <p:nvPr/>
        </p:nvPicPr>
        <p:blipFill rotWithShape="1">
          <a:blip r:embed="rId3"/>
          <a:srcRect t="3297" r="9160" b="18726"/>
          <a:stretch/>
        </p:blipFill>
        <p:spPr>
          <a:xfrm>
            <a:off x="90775" y="1357376"/>
            <a:ext cx="3945516" cy="2577310"/>
          </a:xfrm>
          <a:prstGeom prst="rect">
            <a:avLst/>
          </a:prstGeom>
        </p:spPr>
      </p:pic>
      <p:pic>
        <p:nvPicPr>
          <p:cNvPr id="10" name="Picture 9">
            <a:extLst>
              <a:ext uri="{FF2B5EF4-FFF2-40B4-BE49-F238E27FC236}">
                <a16:creationId xmlns:a16="http://schemas.microsoft.com/office/drawing/2014/main" id="{ACA6046B-D41F-57C5-B600-C1A7D6D4ADE4}"/>
              </a:ext>
            </a:extLst>
          </p:cNvPr>
          <p:cNvPicPr>
            <a:picLocks noChangeAspect="1"/>
          </p:cNvPicPr>
          <p:nvPr/>
        </p:nvPicPr>
        <p:blipFill rotWithShape="1">
          <a:blip r:embed="rId4"/>
          <a:srcRect b="2390"/>
          <a:stretch/>
        </p:blipFill>
        <p:spPr>
          <a:xfrm>
            <a:off x="8552152" y="3523486"/>
            <a:ext cx="3400425" cy="2835708"/>
          </a:xfrm>
          <a:prstGeom prst="rect">
            <a:avLst/>
          </a:prstGeom>
        </p:spPr>
      </p:pic>
      <p:pic>
        <p:nvPicPr>
          <p:cNvPr id="12" name="Picture 11">
            <a:extLst>
              <a:ext uri="{FF2B5EF4-FFF2-40B4-BE49-F238E27FC236}">
                <a16:creationId xmlns:a16="http://schemas.microsoft.com/office/drawing/2014/main" id="{A7B660C2-861C-E3D2-F9AE-8579094D3C51}"/>
              </a:ext>
            </a:extLst>
          </p:cNvPr>
          <p:cNvPicPr>
            <a:picLocks noChangeAspect="1"/>
          </p:cNvPicPr>
          <p:nvPr/>
        </p:nvPicPr>
        <p:blipFill rotWithShape="1">
          <a:blip r:embed="rId5"/>
          <a:srcRect b="4197"/>
          <a:stretch/>
        </p:blipFill>
        <p:spPr>
          <a:xfrm>
            <a:off x="4695971" y="4296888"/>
            <a:ext cx="3505200" cy="2062306"/>
          </a:xfrm>
          <a:prstGeom prst="rect">
            <a:avLst/>
          </a:prstGeom>
        </p:spPr>
      </p:pic>
      <p:pic>
        <p:nvPicPr>
          <p:cNvPr id="14" name="Picture 13">
            <a:extLst>
              <a:ext uri="{FF2B5EF4-FFF2-40B4-BE49-F238E27FC236}">
                <a16:creationId xmlns:a16="http://schemas.microsoft.com/office/drawing/2014/main" id="{B285B7F5-5CAD-0324-4CF9-BF5BB2724E78}"/>
              </a:ext>
            </a:extLst>
          </p:cNvPr>
          <p:cNvPicPr>
            <a:picLocks noChangeAspect="1"/>
          </p:cNvPicPr>
          <p:nvPr/>
        </p:nvPicPr>
        <p:blipFill rotWithShape="1">
          <a:blip r:embed="rId6"/>
          <a:srcRect b="11605"/>
          <a:stretch/>
        </p:blipFill>
        <p:spPr>
          <a:xfrm>
            <a:off x="943120" y="5437403"/>
            <a:ext cx="3114675" cy="791441"/>
          </a:xfrm>
          <a:prstGeom prst="rect">
            <a:avLst/>
          </a:prstGeom>
        </p:spPr>
      </p:pic>
      <p:cxnSp>
        <p:nvCxnSpPr>
          <p:cNvPr id="16" name="Straight Arrow Connector 15">
            <a:extLst>
              <a:ext uri="{FF2B5EF4-FFF2-40B4-BE49-F238E27FC236}">
                <a16:creationId xmlns:a16="http://schemas.microsoft.com/office/drawing/2014/main" id="{7DC2534C-7AD5-149D-C549-BA1681A9BD8B}"/>
              </a:ext>
            </a:extLst>
          </p:cNvPr>
          <p:cNvCxnSpPr>
            <a:cxnSpLocks/>
          </p:cNvCxnSpPr>
          <p:nvPr/>
        </p:nvCxnSpPr>
        <p:spPr>
          <a:xfrm flipV="1">
            <a:off x="1893455" y="1167125"/>
            <a:ext cx="6793346" cy="16025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BED3970-3996-BED7-BA13-6BF537A6BAEE}"/>
              </a:ext>
            </a:extLst>
          </p:cNvPr>
          <p:cNvCxnSpPr>
            <a:cxnSpLocks/>
          </p:cNvCxnSpPr>
          <p:nvPr/>
        </p:nvCxnSpPr>
        <p:spPr>
          <a:xfrm>
            <a:off x="1882270" y="3015053"/>
            <a:ext cx="6669882" cy="57442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EB9376E-B6DD-B361-3A01-B4DF08430196}"/>
              </a:ext>
            </a:extLst>
          </p:cNvPr>
          <p:cNvCxnSpPr/>
          <p:nvPr/>
        </p:nvCxnSpPr>
        <p:spPr>
          <a:xfrm>
            <a:off x="1882270" y="3207203"/>
            <a:ext cx="2813701" cy="10896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5B1FDA9-4F70-C96B-FB61-D2462605C3AB}"/>
              </a:ext>
            </a:extLst>
          </p:cNvPr>
          <p:cNvCxnSpPr>
            <a:cxnSpLocks/>
          </p:cNvCxnSpPr>
          <p:nvPr/>
        </p:nvCxnSpPr>
        <p:spPr>
          <a:xfrm>
            <a:off x="2063533" y="3666832"/>
            <a:ext cx="0" cy="16612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6329605-29C8-1E4C-CC71-4EDAFBA22E17}"/>
              </a:ext>
            </a:extLst>
          </p:cNvPr>
          <p:cNvPicPr>
            <a:picLocks noChangeAspect="1"/>
          </p:cNvPicPr>
          <p:nvPr/>
        </p:nvPicPr>
        <p:blipFill>
          <a:blip r:embed="rId7"/>
          <a:stretch>
            <a:fillRect/>
          </a:stretch>
        </p:blipFill>
        <p:spPr>
          <a:xfrm>
            <a:off x="8749183" y="1026695"/>
            <a:ext cx="3352041" cy="2180508"/>
          </a:xfrm>
          <a:prstGeom prst="rect">
            <a:avLst/>
          </a:prstGeom>
        </p:spPr>
      </p:pic>
    </p:spTree>
    <p:extLst>
      <p:ext uri="{BB962C8B-B14F-4D97-AF65-F5344CB8AC3E}">
        <p14:creationId xmlns:p14="http://schemas.microsoft.com/office/powerpoint/2010/main" val="1540270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Agency Compliance (Policy, Regulation and Process) Requirements: </a:t>
            </a:r>
          </a:p>
          <a:p>
            <a:pPr lvl="1"/>
            <a:r>
              <a:rPr lang="en-US" dirty="0"/>
              <a:t>These are requirements essential to ensure the safety, quality, and reliability. </a:t>
            </a:r>
          </a:p>
          <a:p>
            <a:pPr lvl="1"/>
            <a:r>
              <a:rPr lang="en-US" dirty="0"/>
              <a:t>These requirements are established and enforced by Corporate policy and various regulatory agencies affecting system operation or performance, as an example: </a:t>
            </a:r>
          </a:p>
          <a:p>
            <a:pPr lvl="2"/>
            <a:r>
              <a:rPr lang="en-US" dirty="0"/>
              <a:t>International Traffic in Arms Regulations (ITAR)</a:t>
            </a:r>
          </a:p>
          <a:p>
            <a:pPr lvl="2"/>
            <a:r>
              <a:rPr lang="en-US" dirty="0"/>
              <a:t>Federal Communications Commission (FCC)</a:t>
            </a:r>
          </a:p>
          <a:p>
            <a:pPr lvl="2"/>
            <a:r>
              <a:rPr lang="en-US" dirty="0"/>
              <a:t>Occupational Safety and Health Administration (OSHA)</a:t>
            </a:r>
          </a:p>
          <a:p>
            <a:pPr lvl="2"/>
            <a:r>
              <a:rPr lang="en-US" dirty="0"/>
              <a:t>MIL-Spec</a:t>
            </a:r>
          </a:p>
          <a:p>
            <a:pPr lvl="2"/>
            <a:r>
              <a:rPr lang="en-US" dirty="0"/>
              <a:t>Etc.</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19" name="Group 18">
            <a:extLst>
              <a:ext uri="{FF2B5EF4-FFF2-40B4-BE49-F238E27FC236}">
                <a16:creationId xmlns:a16="http://schemas.microsoft.com/office/drawing/2014/main" id="{8394F7F6-A2D7-AFF5-11B7-E5C9E53A1320}"/>
              </a:ext>
            </a:extLst>
          </p:cNvPr>
          <p:cNvGrpSpPr/>
          <p:nvPr/>
        </p:nvGrpSpPr>
        <p:grpSpPr>
          <a:xfrm>
            <a:off x="8678779" y="4619434"/>
            <a:ext cx="3354044" cy="2238566"/>
            <a:chOff x="7504938" y="2182005"/>
            <a:chExt cx="4001262" cy="3085272"/>
          </a:xfrm>
        </p:grpSpPr>
        <p:pic>
          <p:nvPicPr>
            <p:cNvPr id="20" name="Picture 19">
              <a:extLst>
                <a:ext uri="{FF2B5EF4-FFF2-40B4-BE49-F238E27FC236}">
                  <a16:creationId xmlns:a16="http://schemas.microsoft.com/office/drawing/2014/main" id="{34C25432-0AA7-BD1F-538F-F42C50C3FD80}"/>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21" name="Picture 20">
              <a:extLst>
                <a:ext uri="{FF2B5EF4-FFF2-40B4-BE49-F238E27FC236}">
                  <a16:creationId xmlns:a16="http://schemas.microsoft.com/office/drawing/2014/main" id="{129A3DDE-1D16-D0CC-A3A2-0757ED584BBA}"/>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22" name="Rectangle 21">
            <a:extLst>
              <a:ext uri="{FF2B5EF4-FFF2-40B4-BE49-F238E27FC236}">
                <a16:creationId xmlns:a16="http://schemas.microsoft.com/office/drawing/2014/main" id="{B5FD34B4-8BCA-EBD7-9164-B07021C9D8E0}"/>
              </a:ext>
            </a:extLst>
          </p:cNvPr>
          <p:cNvSpPr/>
          <p:nvPr/>
        </p:nvSpPr>
        <p:spPr>
          <a:xfrm>
            <a:off x="8839200" y="4756483"/>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539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Environmental, Health and Safety Requirements:</a:t>
            </a:r>
          </a:p>
          <a:p>
            <a:pPr lvl="1"/>
            <a:r>
              <a:rPr lang="en-US" dirty="0"/>
              <a:t>Requirements directed to human factors relate to human users and their interaction with the system such as efficiency, health effects, and communication. Related terms are Human Engineering and Human System Integration. Industry standards to consider include MIL-STD-882, MIL-STD-1472, MIL-STD-46855, and SAE SAE6906.[GC1] [EKC2] </a:t>
            </a:r>
          </a:p>
          <a:p>
            <a:pPr lvl="1"/>
            <a:r>
              <a:rPr lang="en-US" dirty="0"/>
              <a:t>A dedicated Safety Engineer or a designated SE is responsible to determine, in coordination with other disciplines and agencies, the safety requirements for a test solution. </a:t>
            </a:r>
          </a:p>
          <a:p>
            <a:pPr lvl="1"/>
            <a:r>
              <a:rPr lang="en-US" dirty="0"/>
              <a:t>Requirements defined to prevent failure conditions or to provide safety related functions are uniquely identified and traceable. </a:t>
            </a:r>
          </a:p>
          <a:p>
            <a:pPr lvl="1"/>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5" name="Group 4">
            <a:extLst>
              <a:ext uri="{FF2B5EF4-FFF2-40B4-BE49-F238E27FC236}">
                <a16:creationId xmlns:a16="http://schemas.microsoft.com/office/drawing/2014/main" id="{F662DEB7-082C-A2CE-1911-5042FE277379}"/>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A290A7D1-08FE-CBFE-66CC-728143960CFD}"/>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44B09112-4DE8-0E23-FDE0-C400E9E282BA}"/>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F92E61DA-EFEB-AA91-EF30-EF010E496CC1}"/>
              </a:ext>
            </a:extLst>
          </p:cNvPr>
          <p:cNvSpPr/>
          <p:nvPr/>
        </p:nvSpPr>
        <p:spPr>
          <a:xfrm>
            <a:off x="8839200" y="4900861"/>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497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Environmental, Health and Safety Requirements:</a:t>
            </a:r>
          </a:p>
          <a:p>
            <a:pPr lvl="1"/>
            <a:r>
              <a:rPr lang="en-US" dirty="0"/>
              <a:t>SBUs have different safety guidance documents tailored for their needs.</a:t>
            </a:r>
          </a:p>
          <a:p>
            <a:pPr lvl="2"/>
            <a:r>
              <a:rPr lang="en-US" dirty="0"/>
              <a:t>ATE-SE uses IEC 61010-1 for general safety guidance. SBUs might have a need for other parts of IEC 61010.</a:t>
            </a:r>
          </a:p>
          <a:p>
            <a:pPr lvl="2"/>
            <a:r>
              <a:rPr lang="en-US" dirty="0"/>
              <a:t>ATE-SE also uses the heritage Rockwell Collins (</a:t>
            </a:r>
            <a:r>
              <a:rPr lang="en-US" dirty="0" err="1"/>
              <a:t>hRC</a:t>
            </a:r>
            <a:r>
              <a:rPr lang="en-US" dirty="0"/>
              <a:t>) guidance as follows.</a:t>
            </a:r>
          </a:p>
          <a:p>
            <a:pPr lvl="3">
              <a:buFont typeface="+mj-lt"/>
              <a:buAutoNum type="arabicPeriod"/>
            </a:pPr>
            <a:r>
              <a:rPr lang="en-US" dirty="0"/>
              <a:t>HRC-OPS-I-752 Test Equipment Safety Checklist with reference to HRC 074-8434-282.</a:t>
            </a:r>
          </a:p>
          <a:p>
            <a:pPr lvl="3">
              <a:buFont typeface="+mj-lt"/>
              <a:buAutoNum type="arabicPeriod"/>
            </a:pPr>
            <a:r>
              <a:rPr lang="en-US" dirty="0"/>
              <a:t>HRC 074-8434-535 System Safety Engineering Design Checklist</a:t>
            </a:r>
          </a:p>
          <a:p>
            <a:pPr lvl="3">
              <a:buFont typeface="+mj-lt"/>
              <a:buAutoNum type="arabicPeriod"/>
            </a:pPr>
            <a:r>
              <a:rPr lang="en-US" dirty="0"/>
              <a:t>HRC-OPS-C-002 Test Equipment – Peer Review Checklist.</a:t>
            </a:r>
          </a:p>
          <a:p>
            <a:pPr lvl="1"/>
            <a:endParaRPr lang="en-US" dirty="0"/>
          </a:p>
          <a:p>
            <a:pPr lvl="1"/>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11" name="Group 10">
            <a:extLst>
              <a:ext uri="{FF2B5EF4-FFF2-40B4-BE49-F238E27FC236}">
                <a16:creationId xmlns:a16="http://schemas.microsoft.com/office/drawing/2014/main" id="{845BDC48-8EF5-AFD6-B5A4-3B3180E6C27D}"/>
              </a:ext>
            </a:extLst>
          </p:cNvPr>
          <p:cNvGrpSpPr/>
          <p:nvPr/>
        </p:nvGrpSpPr>
        <p:grpSpPr>
          <a:xfrm>
            <a:off x="8678779" y="4619434"/>
            <a:ext cx="3354044" cy="2238566"/>
            <a:chOff x="7504938" y="2182005"/>
            <a:chExt cx="4001262" cy="3085272"/>
          </a:xfrm>
        </p:grpSpPr>
        <p:pic>
          <p:nvPicPr>
            <p:cNvPr id="12" name="Picture 11">
              <a:extLst>
                <a:ext uri="{FF2B5EF4-FFF2-40B4-BE49-F238E27FC236}">
                  <a16:creationId xmlns:a16="http://schemas.microsoft.com/office/drawing/2014/main" id="{CA0A19C6-4FA1-1EBC-F8A5-D05F46B1817E}"/>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13" name="Picture 12">
              <a:extLst>
                <a:ext uri="{FF2B5EF4-FFF2-40B4-BE49-F238E27FC236}">
                  <a16:creationId xmlns:a16="http://schemas.microsoft.com/office/drawing/2014/main" id="{953E8B56-DAAB-1C7B-C0BA-D490AD833880}"/>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4" name="Rectangle 13">
            <a:extLst>
              <a:ext uri="{FF2B5EF4-FFF2-40B4-BE49-F238E27FC236}">
                <a16:creationId xmlns:a16="http://schemas.microsoft.com/office/drawing/2014/main" id="{508BE42E-8143-046F-121D-189C46A6697A}"/>
              </a:ext>
            </a:extLst>
          </p:cNvPr>
          <p:cNvSpPr/>
          <p:nvPr/>
        </p:nvSpPr>
        <p:spPr>
          <a:xfrm>
            <a:off x="8839200" y="4900861"/>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7946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Facilities Requirements:</a:t>
            </a:r>
          </a:p>
          <a:p>
            <a:pPr lvl="1"/>
            <a:r>
              <a:rPr lang="en-US" dirty="0"/>
              <a:t>These requirements cover any requirements that needs to be imposed on facilities where the Test Solution will be installed </a:t>
            </a:r>
          </a:p>
          <a:p>
            <a:pPr lvl="1"/>
            <a:r>
              <a:rPr lang="en-US" dirty="0"/>
              <a:t>It may include: </a:t>
            </a:r>
          </a:p>
          <a:p>
            <a:pPr lvl="2"/>
            <a:r>
              <a:rPr lang="en-US" dirty="0"/>
              <a:t>Structure support requirements </a:t>
            </a:r>
          </a:p>
          <a:p>
            <a:pPr lvl="2"/>
            <a:r>
              <a:rPr lang="en-US" dirty="0"/>
              <a:t>Electrical infrastructure requirements</a:t>
            </a:r>
          </a:p>
          <a:p>
            <a:pPr lvl="2"/>
            <a:r>
              <a:rPr lang="en-US" dirty="0"/>
              <a:t>Etc.</a:t>
            </a:r>
          </a:p>
          <a:p>
            <a:pPr lvl="1"/>
            <a:endParaRPr lang="en-US" dirty="0"/>
          </a:p>
          <a:p>
            <a:pPr marL="0" indent="0">
              <a:buNone/>
            </a:pPr>
            <a:r>
              <a:rPr lang="en-US" dirty="0"/>
              <a:t> </a:t>
            </a:r>
          </a:p>
          <a:p>
            <a:pPr lvl="1"/>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15" name="Group 14">
            <a:extLst>
              <a:ext uri="{FF2B5EF4-FFF2-40B4-BE49-F238E27FC236}">
                <a16:creationId xmlns:a16="http://schemas.microsoft.com/office/drawing/2014/main" id="{6011DF2E-5F55-E1E6-7AEF-67D8EE7CDFAB}"/>
              </a:ext>
            </a:extLst>
          </p:cNvPr>
          <p:cNvGrpSpPr/>
          <p:nvPr/>
        </p:nvGrpSpPr>
        <p:grpSpPr>
          <a:xfrm>
            <a:off x="8678779" y="4619434"/>
            <a:ext cx="3354044" cy="2238566"/>
            <a:chOff x="7504938" y="2182005"/>
            <a:chExt cx="4001262" cy="3085272"/>
          </a:xfrm>
        </p:grpSpPr>
        <p:pic>
          <p:nvPicPr>
            <p:cNvPr id="16" name="Picture 15">
              <a:extLst>
                <a:ext uri="{FF2B5EF4-FFF2-40B4-BE49-F238E27FC236}">
                  <a16:creationId xmlns:a16="http://schemas.microsoft.com/office/drawing/2014/main" id="{F82C14A3-28AF-3B0B-8854-FF1B053358E7}"/>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17" name="Picture 16">
              <a:extLst>
                <a:ext uri="{FF2B5EF4-FFF2-40B4-BE49-F238E27FC236}">
                  <a16:creationId xmlns:a16="http://schemas.microsoft.com/office/drawing/2014/main" id="{CCD1B4DC-98D4-AECD-A6AE-98201856E472}"/>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8" name="Rectangle 17">
            <a:extLst>
              <a:ext uri="{FF2B5EF4-FFF2-40B4-BE49-F238E27FC236}">
                <a16:creationId xmlns:a16="http://schemas.microsoft.com/office/drawing/2014/main" id="{84F86123-E828-9AD6-867D-C674E6497216}"/>
              </a:ext>
            </a:extLst>
          </p:cNvPr>
          <p:cNvSpPr/>
          <p:nvPr/>
        </p:nvSpPr>
        <p:spPr>
          <a:xfrm>
            <a:off x="8839200" y="5053260"/>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8470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Physical and Installation Requirements: </a:t>
            </a:r>
          </a:p>
          <a:p>
            <a:pPr lvl="1"/>
            <a:r>
              <a:rPr lang="en-US" dirty="0"/>
              <a:t>These are a system’s physical characteristics relative to its installation environment. Consider weight, dimensions, power, cooling, markings, etc.</a:t>
            </a:r>
          </a:p>
          <a:p>
            <a:pPr lvl="1"/>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7" name="Group 6">
            <a:extLst>
              <a:ext uri="{FF2B5EF4-FFF2-40B4-BE49-F238E27FC236}">
                <a16:creationId xmlns:a16="http://schemas.microsoft.com/office/drawing/2014/main" id="{EF343BDE-2D83-3F64-D133-E4A88F255F84}"/>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8822ADDD-C2E9-C68B-14E4-8991F016DB29}"/>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E6F7F5F5-7497-08F9-510C-1EA7626949B6}"/>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D1EE3F98-FE40-054F-8987-694BAB4E2846}"/>
              </a:ext>
            </a:extLst>
          </p:cNvPr>
          <p:cNvSpPr/>
          <p:nvPr/>
        </p:nvSpPr>
        <p:spPr>
          <a:xfrm>
            <a:off x="8839200" y="5213680"/>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7111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sz="2000" dirty="0"/>
              <a:t>Test Station Capabilities</a:t>
            </a:r>
          </a:p>
          <a:p>
            <a:pPr lvl="1"/>
            <a:r>
              <a:rPr lang="en-US" sz="1800" dirty="0"/>
              <a:t>UUT part numbers to be covered by the Test Solution</a:t>
            </a:r>
          </a:p>
          <a:p>
            <a:pPr lvl="1"/>
            <a:r>
              <a:rPr lang="en-US" sz="1800" dirty="0"/>
              <a:t>Architecture to be used to meet testing needs</a:t>
            </a:r>
          </a:p>
          <a:p>
            <a:pPr lvl="1"/>
            <a:r>
              <a:rPr lang="en-US" sz="1800" dirty="0"/>
              <a:t>Adaptable: Provide provisions for growth, expansion, capability, and contraction to future system or system element capability.</a:t>
            </a:r>
          </a:p>
          <a:p>
            <a:pPr lvl="1"/>
            <a:r>
              <a:rPr lang="en-US" sz="1800" dirty="0"/>
              <a:t>Functional and Environmental Capabilities including limits</a:t>
            </a:r>
          </a:p>
          <a:p>
            <a:pPr lvl="2"/>
            <a:r>
              <a:rPr lang="en-US" sz="1600" dirty="0"/>
              <a:t>Temperature Chamber and associated limits</a:t>
            </a:r>
          </a:p>
          <a:p>
            <a:pPr lvl="3"/>
            <a:r>
              <a:rPr lang="en-US" sz="1400" dirty="0">
                <a:sym typeface="Wingdings" panose="05000000000000000000" pitchFamily="2" charset="2"/>
              </a:rPr>
              <a:t>Test Station Shall include a thermal chamber that meet the specification below: </a:t>
            </a:r>
          </a:p>
          <a:p>
            <a:pPr lvl="4"/>
            <a:r>
              <a:rPr lang="en-US" sz="1400" dirty="0">
                <a:sym typeface="Wingdings" panose="05000000000000000000" pitchFamily="2" charset="2"/>
              </a:rPr>
              <a:t>Internal normal temperature operating range from -55 C to +55 C, AND</a:t>
            </a:r>
          </a:p>
          <a:p>
            <a:pPr lvl="4"/>
            <a:r>
              <a:rPr lang="en-US" sz="1400" dirty="0">
                <a:sym typeface="Wingdings" panose="05000000000000000000" pitchFamily="2" charset="2"/>
              </a:rPr>
              <a:t>External normal temperature operating range from -20 C to +40 C, AND</a:t>
            </a:r>
          </a:p>
          <a:p>
            <a:pPr lvl="4"/>
            <a:r>
              <a:rPr lang="en-US" sz="1400" dirty="0">
                <a:sym typeface="Wingdings" panose="05000000000000000000" pitchFamily="2" charset="2"/>
              </a:rPr>
              <a:t>Minimum rate of temperature change of 10 C/min, AND  </a:t>
            </a:r>
            <a:r>
              <a:rPr lang="en-US" sz="1400" dirty="0"/>
              <a:t> </a:t>
            </a:r>
          </a:p>
          <a:p>
            <a:pPr lvl="4"/>
            <a:r>
              <a:rPr lang="en-US" sz="1400" dirty="0"/>
              <a:t>Maximum power consumption XXXX watt, </a:t>
            </a:r>
            <a:r>
              <a:rPr lang="en-US" sz="1400" dirty="0">
                <a:sym typeface="Wingdings" panose="05000000000000000000" pitchFamily="2" charset="2"/>
              </a:rPr>
              <a:t>AND</a:t>
            </a:r>
          </a:p>
          <a:p>
            <a:pPr lvl="4"/>
            <a:r>
              <a:rPr lang="en-US" sz="1400" dirty="0">
                <a:sym typeface="Wingdings" panose="05000000000000000000" pitchFamily="2" charset="2"/>
              </a:rPr>
              <a:t>Maximum normal operating current drawn XX Amp, AND</a:t>
            </a:r>
          </a:p>
          <a:p>
            <a:pPr lvl="4"/>
            <a:r>
              <a:rPr lang="en-US" sz="1400" dirty="0">
                <a:sym typeface="Wingdings" panose="05000000000000000000" pitchFamily="2" charset="2"/>
              </a:rPr>
              <a:t>Maximum in rush current XX AMPs. </a:t>
            </a:r>
            <a:endParaRPr lang="en-US" sz="1400"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7" name="Group 6">
            <a:extLst>
              <a:ext uri="{FF2B5EF4-FFF2-40B4-BE49-F238E27FC236}">
                <a16:creationId xmlns:a16="http://schemas.microsoft.com/office/drawing/2014/main" id="{FCC309DD-4690-6769-457E-9818CBCE1E43}"/>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E53E8A2C-D829-CA09-FCDB-58D06061D0F4}"/>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B37AB0F6-7D1F-FD15-F317-5B5D6FA4148D}"/>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C374A519-E177-B597-FE1D-B6026387A78E}"/>
              </a:ext>
            </a:extLst>
          </p:cNvPr>
          <p:cNvSpPr/>
          <p:nvPr/>
        </p:nvSpPr>
        <p:spPr>
          <a:xfrm>
            <a:off x="8839200" y="5366079"/>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8435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pPr lvl="1"/>
            <a:r>
              <a:rPr lang="en-US" dirty="0"/>
              <a:t>Functional and Environmental Capabilities including limits</a:t>
            </a:r>
          </a:p>
          <a:p>
            <a:pPr lvl="2"/>
            <a:r>
              <a:rPr lang="en-US" dirty="0">
                <a:sym typeface="Wingdings" panose="05000000000000000000" pitchFamily="2" charset="2"/>
              </a:rPr>
              <a:t>Example: </a:t>
            </a:r>
            <a:r>
              <a:rPr lang="en-US" dirty="0"/>
              <a:t>Vibration Table and associated limits</a:t>
            </a:r>
          </a:p>
          <a:p>
            <a:pPr lvl="3"/>
            <a:r>
              <a:rPr lang="en-US" dirty="0">
                <a:sym typeface="Wingdings" panose="05000000000000000000" pitchFamily="2" charset="2"/>
              </a:rPr>
              <a:t>Test Station shall include a Vibration Table that meet the specification below:  Or you list the spec in table </a:t>
            </a:r>
          </a:p>
          <a:p>
            <a:pPr lvl="4"/>
            <a:r>
              <a:rPr lang="en-US" dirty="0">
                <a:sym typeface="Wingdings" panose="05000000000000000000" pitchFamily="2" charset="2"/>
              </a:rPr>
              <a:t>Sine/Random/Shock Forces of levels XXX F-</a:t>
            </a:r>
            <a:r>
              <a:rPr lang="en-US" dirty="0" err="1">
                <a:sym typeface="Wingdings" panose="05000000000000000000" pitchFamily="2" charset="2"/>
              </a:rPr>
              <a:t>lb</a:t>
            </a:r>
            <a:r>
              <a:rPr lang="en-US" dirty="0">
                <a:sym typeface="Wingdings" panose="05000000000000000000" pitchFamily="2" charset="2"/>
              </a:rPr>
              <a:t> pk/rms, AND</a:t>
            </a:r>
          </a:p>
          <a:p>
            <a:pPr lvl="4"/>
            <a:r>
              <a:rPr lang="en-US" dirty="0">
                <a:sym typeface="Wingdings" panose="05000000000000000000" pitchFamily="2" charset="2"/>
              </a:rPr>
              <a:t>Max displacement </a:t>
            </a:r>
            <a:r>
              <a:rPr lang="en-US" dirty="0" err="1">
                <a:sym typeface="Wingdings" panose="05000000000000000000" pitchFamily="2" charset="2"/>
              </a:rPr>
              <a:t>xx.xx</a:t>
            </a:r>
            <a:r>
              <a:rPr lang="en-US" dirty="0">
                <a:sym typeface="Wingdings" panose="05000000000000000000" pitchFamily="2" charset="2"/>
              </a:rPr>
              <a:t> pk-pk , AND</a:t>
            </a:r>
          </a:p>
          <a:p>
            <a:pPr lvl="4"/>
            <a:r>
              <a:rPr lang="en-US" dirty="0">
                <a:sym typeface="Wingdings" panose="05000000000000000000" pitchFamily="2" charset="2"/>
              </a:rPr>
              <a:t>Vibration/Rotation Axis (1/2/3 axis) , AND</a:t>
            </a:r>
          </a:p>
          <a:p>
            <a:pPr lvl="4"/>
            <a:r>
              <a:rPr lang="en-US" dirty="0">
                <a:sym typeface="Wingdings" panose="05000000000000000000" pitchFamily="2" charset="2"/>
              </a:rPr>
              <a:t>Vibration Frequency range Hz to XXXX Hz, AND</a:t>
            </a:r>
          </a:p>
          <a:p>
            <a:pPr lvl="4"/>
            <a:r>
              <a:rPr lang="en-US" dirty="0"/>
              <a:t>Maximum power consumption XXXX watt, </a:t>
            </a:r>
            <a:r>
              <a:rPr lang="en-US" dirty="0">
                <a:sym typeface="Wingdings" panose="05000000000000000000" pitchFamily="2" charset="2"/>
              </a:rPr>
              <a:t>AND</a:t>
            </a:r>
          </a:p>
          <a:p>
            <a:pPr lvl="4"/>
            <a:r>
              <a:rPr lang="en-US" dirty="0">
                <a:sym typeface="Wingdings" panose="05000000000000000000" pitchFamily="2" charset="2"/>
              </a:rPr>
              <a:t>Maximum normal operating current and voltage XX Amp at 480 V, AND</a:t>
            </a:r>
          </a:p>
          <a:p>
            <a:pPr lvl="4"/>
            <a:r>
              <a:rPr lang="en-US" dirty="0">
                <a:sym typeface="Wingdings" panose="05000000000000000000" pitchFamily="2" charset="2"/>
              </a:rPr>
              <a:t>Maximum in rush current XX AMPs.</a:t>
            </a:r>
          </a:p>
          <a:p>
            <a:pPr lvl="2"/>
            <a:r>
              <a:rPr lang="en-US" dirty="0">
                <a:sym typeface="Wingdings" panose="05000000000000000000" pitchFamily="2" charset="2"/>
              </a:rPr>
              <a:t>Smaller project may use the structure in the example.</a:t>
            </a:r>
          </a:p>
          <a:p>
            <a:pPr lvl="2"/>
            <a:r>
              <a:rPr lang="en-US" dirty="0">
                <a:sym typeface="Wingdings" panose="05000000000000000000" pitchFamily="2" charset="2"/>
              </a:rPr>
              <a:t>Larger projects may elect to separate the hardware content in the HW requirements section. </a:t>
            </a:r>
          </a:p>
          <a:p>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10" name="Group 9">
            <a:extLst>
              <a:ext uri="{FF2B5EF4-FFF2-40B4-BE49-F238E27FC236}">
                <a16:creationId xmlns:a16="http://schemas.microsoft.com/office/drawing/2014/main" id="{CF740EDB-82E9-3B3C-4AEF-76D7825A74B3}"/>
              </a:ext>
            </a:extLst>
          </p:cNvPr>
          <p:cNvGrpSpPr/>
          <p:nvPr/>
        </p:nvGrpSpPr>
        <p:grpSpPr>
          <a:xfrm>
            <a:off x="8480769" y="3279918"/>
            <a:ext cx="3354044" cy="2238566"/>
            <a:chOff x="7504938" y="2182005"/>
            <a:chExt cx="4001262" cy="3085272"/>
          </a:xfrm>
        </p:grpSpPr>
        <p:pic>
          <p:nvPicPr>
            <p:cNvPr id="11" name="Picture 10">
              <a:extLst>
                <a:ext uri="{FF2B5EF4-FFF2-40B4-BE49-F238E27FC236}">
                  <a16:creationId xmlns:a16="http://schemas.microsoft.com/office/drawing/2014/main" id="{207DE0E1-A897-DB20-5661-4D143E10D330}"/>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12" name="Picture 11">
              <a:extLst>
                <a:ext uri="{FF2B5EF4-FFF2-40B4-BE49-F238E27FC236}">
                  <a16:creationId xmlns:a16="http://schemas.microsoft.com/office/drawing/2014/main" id="{9BF832A2-55E0-37B6-82BD-996F3496DD75}"/>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3" name="Rectangle 12">
            <a:extLst>
              <a:ext uri="{FF2B5EF4-FFF2-40B4-BE49-F238E27FC236}">
                <a16:creationId xmlns:a16="http://schemas.microsoft.com/office/drawing/2014/main" id="{E5D63D1E-328C-BD2A-01F8-F3E665441548}"/>
              </a:ext>
            </a:extLst>
          </p:cNvPr>
          <p:cNvSpPr/>
          <p:nvPr/>
        </p:nvSpPr>
        <p:spPr>
          <a:xfrm>
            <a:off x="8641190" y="4026563"/>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3577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Discrete Type Electrical Interfaces </a:t>
            </a:r>
          </a:p>
          <a:p>
            <a:pPr lvl="1"/>
            <a:r>
              <a:rPr lang="en-US" dirty="0"/>
              <a:t>List all signal pins that needs to be connected or controlled during testing</a:t>
            </a:r>
          </a:p>
          <a:p>
            <a:pPr lvl="2"/>
            <a:r>
              <a:rPr lang="en-US" dirty="0"/>
              <a:t>Signal name (in a table?)</a:t>
            </a:r>
          </a:p>
          <a:p>
            <a:pPr lvl="2"/>
            <a:r>
              <a:rPr lang="en-US" dirty="0"/>
              <a:t>Pin number including connector designator </a:t>
            </a:r>
          </a:p>
          <a:p>
            <a:pPr lvl="1"/>
            <a:r>
              <a:rPr lang="en-US" dirty="0"/>
              <a:t>List the acceptable state for each discrete: </a:t>
            </a:r>
          </a:p>
          <a:p>
            <a:pPr lvl="2"/>
            <a:r>
              <a:rPr lang="en-US" dirty="0"/>
              <a:t>Low: Ground,-5,-3, etc..</a:t>
            </a:r>
          </a:p>
          <a:p>
            <a:pPr lvl="2"/>
            <a:r>
              <a:rPr lang="en-US" dirty="0"/>
              <a:t>Open Circuit</a:t>
            </a:r>
          </a:p>
          <a:p>
            <a:pPr lvl="2"/>
            <a:r>
              <a:rPr lang="en-US" dirty="0"/>
              <a:t>High: +5V, +3V, etc..</a:t>
            </a:r>
          </a:p>
          <a:p>
            <a:pPr lvl="1"/>
            <a:r>
              <a:rPr lang="en-US" dirty="0"/>
              <a:t>List the electrical specification for each state</a:t>
            </a:r>
          </a:p>
          <a:p>
            <a:pPr lvl="2"/>
            <a:r>
              <a:rPr lang="en-US" dirty="0"/>
              <a:t>Low: 0 V to 0.45 V, less than 5 milliohm, etc..</a:t>
            </a:r>
          </a:p>
          <a:p>
            <a:pPr lvl="2"/>
            <a:r>
              <a:rPr lang="en-US" dirty="0"/>
              <a:t>Open Circuit</a:t>
            </a:r>
          </a:p>
          <a:p>
            <a:pPr lvl="2"/>
            <a:r>
              <a:rPr lang="en-US" dirty="0"/>
              <a:t>High: 4.5 V to 5 V, etc..</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DIN-Light"/>
              </a:rPr>
              <a:t>© 2021 </a:t>
            </a:r>
            <a:r>
              <a:rPr kumimoji="0" lang="en-US" sz="600" b="0" i="0" u="none" strike="noStrike" kern="1200" cap="none" spc="0" normalizeH="0" baseline="0" noProof="0" dirty="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5" name="Group 4">
            <a:extLst>
              <a:ext uri="{FF2B5EF4-FFF2-40B4-BE49-F238E27FC236}">
                <a16:creationId xmlns:a16="http://schemas.microsoft.com/office/drawing/2014/main" id="{A007F4BD-DED3-B592-716B-2AC23650F54A}"/>
              </a:ext>
            </a:extLst>
          </p:cNvPr>
          <p:cNvGrpSpPr/>
          <p:nvPr/>
        </p:nvGrpSpPr>
        <p:grpSpPr>
          <a:xfrm>
            <a:off x="8678779" y="4619434"/>
            <a:ext cx="3354044" cy="2238566"/>
            <a:chOff x="7504938" y="2182005"/>
            <a:chExt cx="4001262" cy="3085272"/>
          </a:xfrm>
        </p:grpSpPr>
        <p:pic>
          <p:nvPicPr>
            <p:cNvPr id="7" name="Picture 6">
              <a:extLst>
                <a:ext uri="{FF2B5EF4-FFF2-40B4-BE49-F238E27FC236}">
                  <a16:creationId xmlns:a16="http://schemas.microsoft.com/office/drawing/2014/main" id="{58448A9E-56EF-2927-FCA8-764CE3293EE3}"/>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8" name="Picture 7">
              <a:extLst>
                <a:ext uri="{FF2B5EF4-FFF2-40B4-BE49-F238E27FC236}">
                  <a16:creationId xmlns:a16="http://schemas.microsoft.com/office/drawing/2014/main" id="{459C8EA8-1024-8C22-C163-EBF252357DDD}"/>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9" name="Rectangle 8">
            <a:extLst>
              <a:ext uri="{FF2B5EF4-FFF2-40B4-BE49-F238E27FC236}">
                <a16:creationId xmlns:a16="http://schemas.microsoft.com/office/drawing/2014/main" id="{6254E972-77A1-770F-A445-592D18B08551}"/>
              </a:ext>
            </a:extLst>
          </p:cNvPr>
          <p:cNvSpPr/>
          <p:nvPr/>
        </p:nvSpPr>
        <p:spPr>
          <a:xfrm>
            <a:off x="8839200" y="5374100"/>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2387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Discrete Type Electrical Interfaces </a:t>
            </a:r>
          </a:p>
          <a:p>
            <a:pPr lvl="1"/>
            <a:r>
              <a:rPr lang="en-US" dirty="0"/>
              <a:t>List the mapping between the physical discrete signal and the </a:t>
            </a:r>
            <a:r>
              <a:rPr lang="en-US" dirty="0" err="1"/>
              <a:t>databus</a:t>
            </a:r>
            <a:r>
              <a:rPr lang="en-US" dirty="0"/>
              <a:t> content </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10" name="Group 9">
            <a:extLst>
              <a:ext uri="{FF2B5EF4-FFF2-40B4-BE49-F238E27FC236}">
                <a16:creationId xmlns:a16="http://schemas.microsoft.com/office/drawing/2014/main" id="{85AF7CEE-13E5-2141-7A9E-F54AAFE16294}"/>
              </a:ext>
            </a:extLst>
          </p:cNvPr>
          <p:cNvGrpSpPr/>
          <p:nvPr/>
        </p:nvGrpSpPr>
        <p:grpSpPr>
          <a:xfrm>
            <a:off x="8678779" y="4619434"/>
            <a:ext cx="3354044" cy="2238566"/>
            <a:chOff x="7504938" y="2182005"/>
            <a:chExt cx="4001262" cy="3085272"/>
          </a:xfrm>
        </p:grpSpPr>
        <p:pic>
          <p:nvPicPr>
            <p:cNvPr id="11" name="Picture 10">
              <a:extLst>
                <a:ext uri="{FF2B5EF4-FFF2-40B4-BE49-F238E27FC236}">
                  <a16:creationId xmlns:a16="http://schemas.microsoft.com/office/drawing/2014/main" id="{C9D075F1-9089-D9C5-D340-98415355088F}"/>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12" name="Picture 11">
              <a:extLst>
                <a:ext uri="{FF2B5EF4-FFF2-40B4-BE49-F238E27FC236}">
                  <a16:creationId xmlns:a16="http://schemas.microsoft.com/office/drawing/2014/main" id="{66624485-0234-56AA-F752-9BD16C1EC674}"/>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3" name="Rectangle 12">
            <a:extLst>
              <a:ext uri="{FF2B5EF4-FFF2-40B4-BE49-F238E27FC236}">
                <a16:creationId xmlns:a16="http://schemas.microsoft.com/office/drawing/2014/main" id="{360E5054-15FC-728D-7018-560CFB5A21D2}"/>
              </a:ext>
            </a:extLst>
          </p:cNvPr>
          <p:cNvSpPr/>
          <p:nvPr/>
        </p:nvSpPr>
        <p:spPr>
          <a:xfrm>
            <a:off x="8839200" y="5374100"/>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6665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Test Solution Network/DT Requirements </a:t>
            </a:r>
          </a:p>
          <a:p>
            <a:pPr lvl="1"/>
            <a:r>
              <a:rPr lang="en-US" dirty="0"/>
              <a:t>Provide details of any unique equipment or functionalities needed to support testing </a:t>
            </a:r>
          </a:p>
          <a:p>
            <a:pPr lvl="2"/>
            <a:r>
              <a:rPr lang="en-US" dirty="0"/>
              <a:t>Equipment/Computer configuration (CPU, RAM, Hard drive, etc. )</a:t>
            </a:r>
          </a:p>
          <a:p>
            <a:pPr lvl="2"/>
            <a:r>
              <a:rPr lang="en-US" dirty="0"/>
              <a:t>Operating System (Windows, Linux, etc.)</a:t>
            </a:r>
          </a:p>
          <a:p>
            <a:pPr lvl="2"/>
            <a:r>
              <a:rPr lang="en-US" dirty="0"/>
              <a:t>Software Licenses (LabVIEW, C#, CIMCO, etc.)</a:t>
            </a:r>
          </a:p>
          <a:p>
            <a:pPr lvl="2"/>
            <a:r>
              <a:rPr lang="en-US" dirty="0"/>
              <a:t>VPN needs/configuration</a:t>
            </a:r>
          </a:p>
          <a:p>
            <a:pPr lvl="2"/>
            <a:r>
              <a:rPr lang="en-US" dirty="0"/>
              <a:t>Cloud Computing capabilities </a:t>
            </a:r>
          </a:p>
          <a:p>
            <a:pPr lvl="2"/>
            <a:r>
              <a:rPr lang="en-US" dirty="0"/>
              <a:t>User accessibility to equipment (Computer/Databases passwords, Access Cards, etc.)</a:t>
            </a:r>
          </a:p>
          <a:p>
            <a:pPr lvl="1"/>
            <a:r>
              <a:rPr lang="en-US" dirty="0"/>
              <a:t>Connectivity to Collins or local facility network </a:t>
            </a:r>
          </a:p>
          <a:p>
            <a:pPr lvl="1"/>
            <a:r>
              <a:rPr lang="en-US" dirty="0"/>
              <a:t>Test Station actions in the event of network failure</a:t>
            </a:r>
          </a:p>
          <a:p>
            <a:pPr lvl="2"/>
            <a:r>
              <a:rPr lang="en-US" dirty="0"/>
              <a:t>Test Station continue operation, record &amp; stores test data/result and report it once network connectivity restored.  </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11" name="Group 10">
            <a:extLst>
              <a:ext uri="{FF2B5EF4-FFF2-40B4-BE49-F238E27FC236}">
                <a16:creationId xmlns:a16="http://schemas.microsoft.com/office/drawing/2014/main" id="{03D1C6A3-95D0-88CA-AC22-37FC53EC530D}"/>
              </a:ext>
            </a:extLst>
          </p:cNvPr>
          <p:cNvGrpSpPr/>
          <p:nvPr/>
        </p:nvGrpSpPr>
        <p:grpSpPr>
          <a:xfrm>
            <a:off x="9712065" y="934716"/>
            <a:ext cx="2263180" cy="1354870"/>
            <a:chOff x="7504938" y="2182005"/>
            <a:chExt cx="4001262" cy="3085272"/>
          </a:xfrm>
        </p:grpSpPr>
        <p:pic>
          <p:nvPicPr>
            <p:cNvPr id="12" name="Picture 11">
              <a:extLst>
                <a:ext uri="{FF2B5EF4-FFF2-40B4-BE49-F238E27FC236}">
                  <a16:creationId xmlns:a16="http://schemas.microsoft.com/office/drawing/2014/main" id="{EACAFDA4-F315-2F3B-84A0-90E728D375E2}"/>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13" name="Picture 12">
              <a:extLst>
                <a:ext uri="{FF2B5EF4-FFF2-40B4-BE49-F238E27FC236}">
                  <a16:creationId xmlns:a16="http://schemas.microsoft.com/office/drawing/2014/main" id="{DABE730A-0A1B-0E6B-6C0E-6FF687DE4391}"/>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4" name="Rectangle 13">
            <a:extLst>
              <a:ext uri="{FF2B5EF4-FFF2-40B4-BE49-F238E27FC236}">
                <a16:creationId xmlns:a16="http://schemas.microsoft.com/office/drawing/2014/main" id="{8420C59F-BB88-2711-DDB3-58E4EB1D5D1D}"/>
              </a:ext>
            </a:extLst>
          </p:cNvPr>
          <p:cNvSpPr/>
          <p:nvPr/>
        </p:nvSpPr>
        <p:spPr>
          <a:xfrm>
            <a:off x="9864030" y="1474592"/>
            <a:ext cx="1959250" cy="9709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466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Functional Test: Everything pertains the actual UUT testing needs</a:t>
            </a:r>
          </a:p>
          <a:p>
            <a:pPr lvl="1"/>
            <a:r>
              <a:rPr lang="en-US" dirty="0"/>
              <a:t>It should describe system or system element functions or tasks to desired system performance under stated conditions. </a:t>
            </a:r>
          </a:p>
          <a:p>
            <a:pPr lvl="1"/>
            <a:r>
              <a:rPr lang="en-US" dirty="0"/>
              <a:t>They include customer desires, operational constraints, regulatory restrictions, and implementation realities, examples:  </a:t>
            </a:r>
          </a:p>
          <a:p>
            <a:pPr lvl="2"/>
            <a:r>
              <a:rPr lang="en-US" dirty="0"/>
              <a:t>Operational requirements describe how the operator interfaces with the test solution system, and support teams, and related functions or equipment (Consider normal and abnormal conditions).</a:t>
            </a:r>
          </a:p>
          <a:p>
            <a:pPr lvl="2"/>
            <a:r>
              <a:rPr lang="en-US" dirty="0"/>
              <a:t>Performance, a characteristic of function, requirements describe function or system attributes useful to the test solution operation such as expected performance, accuracy, fidelity, range, resolution, speed, and response times (Performance is normally expressed quantitatively).</a:t>
            </a:r>
          </a:p>
          <a:p>
            <a:pPr lvl="2"/>
            <a:r>
              <a:rPr lang="en-US" dirty="0"/>
              <a:t>System Modes and States Requirements defines the various operational modes or states.</a:t>
            </a:r>
          </a:p>
          <a:p>
            <a:pPr lvl="2"/>
            <a:r>
              <a:rPr lang="en-US" dirty="0"/>
              <a:t>Interface requirements are the system’s physical inputs and outputs, and a description of how they operate/behave with other systems and human elements.</a:t>
            </a:r>
          </a:p>
          <a:p>
            <a:pPr lvl="2"/>
            <a:endParaRPr lang="en-US" dirty="0"/>
          </a:p>
          <a:p>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5" name="Group 4">
            <a:extLst>
              <a:ext uri="{FF2B5EF4-FFF2-40B4-BE49-F238E27FC236}">
                <a16:creationId xmlns:a16="http://schemas.microsoft.com/office/drawing/2014/main" id="{9E8105AD-0B53-5060-014C-1713826A1760}"/>
              </a:ext>
            </a:extLst>
          </p:cNvPr>
          <p:cNvGrpSpPr/>
          <p:nvPr/>
        </p:nvGrpSpPr>
        <p:grpSpPr>
          <a:xfrm>
            <a:off x="9712065" y="934716"/>
            <a:ext cx="2263180" cy="1354870"/>
            <a:chOff x="7504938" y="2182005"/>
            <a:chExt cx="4001262" cy="3085272"/>
          </a:xfrm>
        </p:grpSpPr>
        <p:pic>
          <p:nvPicPr>
            <p:cNvPr id="8" name="Picture 7">
              <a:extLst>
                <a:ext uri="{FF2B5EF4-FFF2-40B4-BE49-F238E27FC236}">
                  <a16:creationId xmlns:a16="http://schemas.microsoft.com/office/drawing/2014/main" id="{4398D7A7-FCBB-F38E-E949-9E7B8ED32F95}"/>
                </a:ext>
              </a:extLst>
            </p:cNvPr>
            <p:cNvPicPr>
              <a:picLocks noChangeAspect="1"/>
            </p:cNvPicPr>
            <p:nvPr/>
          </p:nvPicPr>
          <p:blipFill rotWithShape="1">
            <a:blip r:embed="rId3"/>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24CC3AFD-25EE-AFEE-D7E6-8E605FE612FC}"/>
                </a:ext>
              </a:extLst>
            </p:cNvPr>
            <p:cNvPicPr>
              <a:picLocks noChangeAspect="1"/>
            </p:cNvPicPr>
            <p:nvPr/>
          </p:nvPicPr>
          <p:blipFill>
            <a:blip r:embed="rId4"/>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5FCEB07E-1A8D-807A-09FD-7454E44C4183}"/>
              </a:ext>
            </a:extLst>
          </p:cNvPr>
          <p:cNvSpPr/>
          <p:nvPr/>
        </p:nvSpPr>
        <p:spPr>
          <a:xfrm>
            <a:off x="9864030" y="1562823"/>
            <a:ext cx="1959250" cy="9709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5167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Environmental Test: It defines the environmental conditions the UUT may be subjected to such as noise, shock, and electromagnetic tests.</a:t>
            </a:r>
          </a:p>
          <a:p>
            <a:r>
              <a:rPr lang="en-US" dirty="0"/>
              <a:t>Example: </a:t>
            </a:r>
          </a:p>
          <a:p>
            <a:pPr lvl="1"/>
            <a:r>
              <a:rPr lang="en-US" b="0" i="0" dirty="0">
                <a:solidFill>
                  <a:srgbClr val="000000"/>
                </a:solidFill>
                <a:effectLst/>
                <a:latin typeface="Arial" panose="020B0604020202020204" pitchFamily="34" charset="0"/>
              </a:rPr>
              <a:t>The Test Station </a:t>
            </a:r>
            <a:r>
              <a:rPr lang="en-US" i="0" dirty="0">
                <a:solidFill>
                  <a:srgbClr val="000000"/>
                </a:solidFill>
                <a:effectLst/>
                <a:latin typeface="Arial" panose="020B0604020202020204" pitchFamily="34" charset="0"/>
              </a:rPr>
              <a:t>shall</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screen for intermittent failures (to detect hardware faults) for the duration of the Rapid test sequence of 85 seconds per unit while being subject to:</a:t>
            </a:r>
          </a:p>
          <a:p>
            <a:pPr lvl="2"/>
            <a:r>
              <a:rPr lang="en-US" b="0" i="0" dirty="0">
                <a:solidFill>
                  <a:srgbClr val="000000"/>
                </a:solidFill>
                <a:effectLst/>
                <a:latin typeface="Arial" panose="020B0604020202020204" pitchFamily="34" charset="0"/>
              </a:rPr>
              <a:t>Thermal transitions as defined in REQ-ABC, </a:t>
            </a:r>
            <a:r>
              <a:rPr lang="en-US" b="1" i="0" dirty="0">
                <a:solidFill>
                  <a:srgbClr val="000000"/>
                </a:solidFill>
                <a:effectLst/>
                <a:latin typeface="Arial" panose="020B0604020202020204" pitchFamily="34" charset="0"/>
              </a:rPr>
              <a:t>and</a:t>
            </a:r>
            <a:endParaRPr lang="en-US" b="0" i="0" dirty="0">
              <a:solidFill>
                <a:srgbClr val="000000"/>
              </a:solidFill>
              <a:effectLst/>
              <a:latin typeface="Arial" panose="020B0604020202020204" pitchFamily="34" charset="0"/>
            </a:endParaRPr>
          </a:p>
          <a:p>
            <a:pPr lvl="2"/>
            <a:r>
              <a:rPr lang="en-US" b="0" i="0" dirty="0">
                <a:solidFill>
                  <a:srgbClr val="000000"/>
                </a:solidFill>
                <a:effectLst/>
                <a:latin typeface="Arial" panose="020B0604020202020204" pitchFamily="34" charset="0"/>
              </a:rPr>
              <a:t>Vibration as defined in REQ-ABC, </a:t>
            </a:r>
            <a:r>
              <a:rPr lang="en-US" b="1" i="0" dirty="0">
                <a:solidFill>
                  <a:srgbClr val="000000"/>
                </a:solidFill>
                <a:effectLst/>
                <a:latin typeface="Arial" panose="020B0604020202020204" pitchFamily="34" charset="0"/>
              </a:rPr>
              <a:t>and</a:t>
            </a:r>
            <a:endParaRPr lang="en-US" b="0" i="0" dirty="0">
              <a:solidFill>
                <a:srgbClr val="000000"/>
              </a:solidFill>
              <a:effectLst/>
              <a:latin typeface="Arial" panose="020B0604020202020204" pitchFamily="34" charset="0"/>
            </a:endParaRPr>
          </a:p>
          <a:p>
            <a:pPr lvl="2"/>
            <a:r>
              <a:rPr lang="en-US" b="0" i="0" dirty="0">
                <a:solidFill>
                  <a:srgbClr val="000000"/>
                </a:solidFill>
                <a:effectLst/>
                <a:latin typeface="Arial" panose="020B0604020202020204" pitchFamily="34" charset="0"/>
              </a:rPr>
              <a:t>Simulated altitude of 5000 feet</a:t>
            </a:r>
            <a:r>
              <a:rPr lang="en-US" sz="2000" b="0" i="0" dirty="0">
                <a:solidFill>
                  <a:srgbClr val="000000"/>
                </a:solidFill>
                <a:effectLst/>
                <a:latin typeface="Arial" panose="020B0604020202020204" pitchFamily="34" charset="0"/>
              </a:rPr>
              <a:t>.</a:t>
            </a:r>
            <a:endParaRPr lang="en-US" sz="2000" dirty="0"/>
          </a:p>
          <a:p>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5" name="Group 4">
            <a:extLst>
              <a:ext uri="{FF2B5EF4-FFF2-40B4-BE49-F238E27FC236}">
                <a16:creationId xmlns:a16="http://schemas.microsoft.com/office/drawing/2014/main" id="{583CE90D-ED01-A7D7-67AD-2BF69BD3ECEE}"/>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CB2FBB3A-DF3D-3FBB-3F8F-B75B59E52553}"/>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91867B94-BF7A-1DB0-C93A-CD19E6EA12C7}"/>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8C36C430-121A-8CAE-4375-FF4637F61C0C}"/>
              </a:ext>
            </a:extLst>
          </p:cNvPr>
          <p:cNvSpPr/>
          <p:nvPr/>
        </p:nvSpPr>
        <p:spPr>
          <a:xfrm>
            <a:off x="8839200" y="5823276"/>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7624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Test Solution Maintainability and Reliability </a:t>
            </a:r>
          </a:p>
          <a:p>
            <a:pPr lvl="1"/>
            <a:r>
              <a:rPr lang="en-US" dirty="0"/>
              <a:t>It defines provisions in the test solution to allow for scheduled and unscheduled maintenance, failure detection, fault isolation, etc. </a:t>
            </a:r>
          </a:p>
          <a:p>
            <a:pPr lvl="1"/>
            <a:r>
              <a:rPr lang="en-US" dirty="0"/>
              <a:t>System reliability requirements are quantitative and pertains to system reliability.</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5" name="Group 4">
            <a:extLst>
              <a:ext uri="{FF2B5EF4-FFF2-40B4-BE49-F238E27FC236}">
                <a16:creationId xmlns:a16="http://schemas.microsoft.com/office/drawing/2014/main" id="{773F4112-3105-8976-F794-AFC42CBA0CB0}"/>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AFBE746B-265D-59B2-1983-7A67A732C5F4}"/>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B2D231EE-7887-6CB9-2AD3-25397DEB703B}"/>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BB6C8320-07D0-C1C8-E9C1-463A22B4DF5F}"/>
              </a:ext>
            </a:extLst>
          </p:cNvPr>
          <p:cNvSpPr/>
          <p:nvPr/>
        </p:nvSpPr>
        <p:spPr>
          <a:xfrm>
            <a:off x="8839200" y="5975675"/>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590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UUT Calibration/Alignment/Tuning</a:t>
            </a:r>
          </a:p>
          <a:p>
            <a:pPr lvl="1"/>
            <a:r>
              <a:rPr lang="en-US" dirty="0"/>
              <a:t>These requirements are functional requirements type that are separated from the Functional folder to adhere with the ATP template. </a:t>
            </a:r>
          </a:p>
          <a:p>
            <a:pPr lvl="1"/>
            <a:r>
              <a:rPr lang="en-US" dirty="0"/>
              <a:t>It defines the calibration and alignment needs for the UUT, in the event deemed to be necessary by Design Engineering. </a:t>
            </a:r>
          </a:p>
          <a:p>
            <a:pPr lvl="1"/>
            <a:r>
              <a:rPr lang="en-US" dirty="0"/>
              <a:t>Example: RF Power Calibration requirements for UUT with RF TX/RX functionality. </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5" name="Group 4">
            <a:extLst>
              <a:ext uri="{FF2B5EF4-FFF2-40B4-BE49-F238E27FC236}">
                <a16:creationId xmlns:a16="http://schemas.microsoft.com/office/drawing/2014/main" id="{A7E68BED-DCD2-CF91-AF6C-7B94916CADE8}"/>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18D9FC85-3050-3505-8220-C7F60115F7AD}"/>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E9327BAA-7596-8802-D525-8BAA9593F4AC}"/>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6CE6B5A3-AD0E-BB07-4D12-00F7C7BEE733}"/>
              </a:ext>
            </a:extLst>
          </p:cNvPr>
          <p:cNvSpPr/>
          <p:nvPr/>
        </p:nvSpPr>
        <p:spPr>
          <a:xfrm>
            <a:off x="8839200" y="6120053"/>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8927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Packaging, Handling, Shipping, and Transportation Requirements: </a:t>
            </a:r>
          </a:p>
          <a:p>
            <a:pPr lvl="1"/>
            <a:r>
              <a:rPr lang="en-US" dirty="0"/>
              <a:t>Includes packaging, handling, shipping, transportation, and storage of the system and system elements.</a:t>
            </a:r>
          </a:p>
          <a:p>
            <a:pPr lvl="1"/>
            <a:r>
              <a:rPr lang="en-US" dirty="0"/>
              <a:t>Examples: </a:t>
            </a:r>
          </a:p>
          <a:p>
            <a:pPr lvl="2"/>
            <a:r>
              <a:rPr lang="en-US" dirty="0"/>
              <a:t>The Test Station Rack shall be designed with the ability to easily move it around the facility without special equipment or tools. </a:t>
            </a:r>
            <a:r>
              <a:rPr lang="en-US" dirty="0">
                <a:sym typeface="Wingdings" panose="05000000000000000000" pitchFamily="2" charset="2"/>
              </a:rPr>
              <a:t> Rollers for the rack base. </a:t>
            </a:r>
          </a:p>
          <a:p>
            <a:pPr lvl="2"/>
            <a:r>
              <a:rPr lang="en-US" dirty="0"/>
              <a:t>The Test Station Rack shall have all necessary marking (ESD, Weight, High Voltage, Battery, etc..) to provide sufficient instruction for safe transportation. </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5" name="Group 4">
            <a:extLst>
              <a:ext uri="{FF2B5EF4-FFF2-40B4-BE49-F238E27FC236}">
                <a16:creationId xmlns:a16="http://schemas.microsoft.com/office/drawing/2014/main" id="{74FAE007-869C-5D74-9A03-5380784742DB}"/>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E2D0CD98-04AA-675B-2270-269B71E5FC49}"/>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CBEC69C6-0999-058A-177A-8EAB5AF9A4E8}"/>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B7674BE4-9231-EF9B-8EC7-F9F6CCDB057A}"/>
              </a:ext>
            </a:extLst>
          </p:cNvPr>
          <p:cNvSpPr/>
          <p:nvPr/>
        </p:nvSpPr>
        <p:spPr>
          <a:xfrm>
            <a:off x="8839200" y="6272454"/>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6547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System Security Requirements: </a:t>
            </a:r>
          </a:p>
          <a:p>
            <a:pPr lvl="1"/>
            <a:r>
              <a:rPr lang="en-US" dirty="0"/>
              <a:t>System security relates to the facility where the system is installed and the system’s operational security such as log-in access and data protection. </a:t>
            </a:r>
          </a:p>
          <a:p>
            <a:pPr lvl="1"/>
            <a:r>
              <a:rPr lang="en-US" dirty="0"/>
              <a:t>Examples: </a:t>
            </a:r>
          </a:p>
          <a:p>
            <a:pPr lvl="2"/>
            <a:r>
              <a:rPr lang="en-US" dirty="0"/>
              <a:t>The Test Station shall be located in a secured, badge access controlled, facility with access controlled by an administrator.</a:t>
            </a:r>
          </a:p>
          <a:p>
            <a:pPr lvl="2"/>
            <a:r>
              <a:rPr lang="en-US" dirty="0"/>
              <a:t>The Test Station Operating System shall sign out the user within 10 mins of no user activity. </a:t>
            </a:r>
          </a:p>
          <a:p>
            <a:pPr lvl="2"/>
            <a:r>
              <a:rPr lang="en-US" dirty="0"/>
              <a:t>The Test Station Operating System shall be password protected. </a:t>
            </a:r>
          </a:p>
          <a:p>
            <a:pPr lvl="2"/>
            <a:r>
              <a:rPr lang="en-US" dirty="0"/>
              <a:t>The Test Station Software shall be password protected.</a:t>
            </a:r>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7" name="Group 6">
            <a:extLst>
              <a:ext uri="{FF2B5EF4-FFF2-40B4-BE49-F238E27FC236}">
                <a16:creationId xmlns:a16="http://schemas.microsoft.com/office/drawing/2014/main" id="{5DAF8BB1-A64E-2DD7-2860-4B686F0D0991}"/>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70E988EB-A7A5-75C9-8C45-2FAF0825C354}"/>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7F71E2D0-0C8C-C83E-3F71-30565FBF1F6A}"/>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A9E868A7-4A38-FC46-6002-6439357888BB}"/>
              </a:ext>
            </a:extLst>
          </p:cNvPr>
          <p:cNvSpPr/>
          <p:nvPr/>
        </p:nvSpPr>
        <p:spPr>
          <a:xfrm>
            <a:off x="8839200" y="6569237"/>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003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B54F0-074F-472D-9D81-43FE47216CB9}"/>
              </a:ext>
            </a:extLst>
          </p:cNvPr>
          <p:cNvSpPr>
            <a:spLocks noGrp="1"/>
          </p:cNvSpPr>
          <p:nvPr>
            <p:ph type="body" sz="quarter" idx="13"/>
          </p:nvPr>
        </p:nvSpPr>
        <p:spPr/>
        <p:txBody>
          <a:bodyPr/>
          <a:lstStyle/>
          <a:p>
            <a:r>
              <a:rPr lang="en-US" dirty="0"/>
              <a:t>Cybersecurity Requirements: </a:t>
            </a:r>
          </a:p>
          <a:p>
            <a:pPr lvl="1"/>
            <a:r>
              <a:rPr lang="en-US" dirty="0"/>
              <a:t>Cybersecurity is a subset of System Security. </a:t>
            </a:r>
          </a:p>
          <a:p>
            <a:pPr lvl="1"/>
            <a:r>
              <a:rPr lang="en-US" dirty="0"/>
              <a:t>Refer to GCP-55, FCP-TGE-001, COL-PCO-PRO-0002, and AVI-PCO-PRO-0002 for more detailed guidance.</a:t>
            </a:r>
          </a:p>
          <a:p>
            <a:pPr lvl="1"/>
            <a:endParaRPr lang="en-US" dirty="0"/>
          </a:p>
        </p:txBody>
      </p:sp>
      <p:sp>
        <p:nvSpPr>
          <p:cNvPr id="3" name="Text Placeholder 2">
            <a:extLst>
              <a:ext uri="{FF2B5EF4-FFF2-40B4-BE49-F238E27FC236}">
                <a16:creationId xmlns:a16="http://schemas.microsoft.com/office/drawing/2014/main" id="{D0182E60-AB20-4B67-B447-52B4ADEE5179}"/>
              </a:ext>
            </a:extLst>
          </p:cNvPr>
          <p:cNvSpPr>
            <a:spLocks noGrp="1"/>
          </p:cNvSpPr>
          <p:nvPr>
            <p:ph type="body" sz="quarter" idx="17"/>
          </p:nvPr>
        </p:nvSpPr>
        <p:spPr>
          <a:xfrm>
            <a:off x="685800" y="1572733"/>
            <a:ext cx="10820400" cy="341632"/>
          </a:xfrm>
        </p:spPr>
        <p:txBody>
          <a:bodyPr/>
          <a:lstStyle/>
          <a:p>
            <a:r>
              <a:rPr lang="en-US" dirty="0"/>
              <a:t>Expected Requirements Content </a:t>
            </a:r>
          </a:p>
        </p:txBody>
      </p:sp>
      <p:sp>
        <p:nvSpPr>
          <p:cNvPr id="4" name="Title 3">
            <a:extLst>
              <a:ext uri="{FF2B5EF4-FFF2-40B4-BE49-F238E27FC236}">
                <a16:creationId xmlns:a16="http://schemas.microsoft.com/office/drawing/2014/main" id="{55DE4FB7-C61B-4169-A8C1-E2EC2FEB9B74}"/>
              </a:ext>
            </a:extLst>
          </p:cNvPr>
          <p:cNvSpPr>
            <a:spLocks noGrp="1"/>
          </p:cNvSpPr>
          <p:nvPr>
            <p:ph type="title"/>
          </p:nvPr>
        </p:nvSpPr>
        <p:spPr/>
        <p:txBody>
          <a:bodyPr/>
          <a:lstStyle/>
          <a:p>
            <a:r>
              <a:rPr lang="en-US" dirty="0"/>
              <a:t>Expected Level of Details for System Requirements</a:t>
            </a:r>
          </a:p>
        </p:txBody>
      </p:sp>
      <p:sp>
        <p:nvSpPr>
          <p:cNvPr id="6" name="Footer Placeholder 5">
            <a:extLst>
              <a:ext uri="{FF2B5EF4-FFF2-40B4-BE49-F238E27FC236}">
                <a16:creationId xmlns:a16="http://schemas.microsoft.com/office/drawing/2014/main" id="{A6B4211B-CAD5-4DD7-943B-6A7346E0C27B}"/>
              </a:ext>
            </a:extLst>
          </p:cNvPr>
          <p:cNvSpPr>
            <a:spLocks noGrp="1"/>
          </p:cNvSpPr>
          <p:nvPr>
            <p:ph type="ftr"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DIN-Light"/>
              </a:rPr>
              <a:t>© 2021 </a:t>
            </a:r>
            <a:r>
              <a:rPr kumimoji="0" lang="en-US" sz="600" b="0" i="0" u="none" strike="noStrike" kern="1200" cap="none" spc="0" normalizeH="0" baseline="0" noProof="0">
                <a:ln>
                  <a:noFill/>
                </a:ln>
                <a:solidFill>
                  <a:srgbClr val="000000"/>
                </a:solidFill>
                <a:effectLst/>
                <a:uLnTx/>
                <a:uFillTx/>
                <a:latin typeface="Arial"/>
                <a:ea typeface="+mn-ea"/>
                <a:cs typeface="+mn-cs"/>
              </a:rPr>
              <a:t>Collins Aerospace.  | Collins Aerospace Proprietary.  |  This document does not include any export controlled technical data.</a:t>
            </a:r>
          </a:p>
        </p:txBody>
      </p:sp>
      <p:grpSp>
        <p:nvGrpSpPr>
          <p:cNvPr id="7" name="Group 6">
            <a:extLst>
              <a:ext uri="{FF2B5EF4-FFF2-40B4-BE49-F238E27FC236}">
                <a16:creationId xmlns:a16="http://schemas.microsoft.com/office/drawing/2014/main" id="{6E916A76-EC1C-8245-1E0F-072255D2FD6D}"/>
              </a:ext>
            </a:extLst>
          </p:cNvPr>
          <p:cNvGrpSpPr/>
          <p:nvPr/>
        </p:nvGrpSpPr>
        <p:grpSpPr>
          <a:xfrm>
            <a:off x="8678779" y="4619434"/>
            <a:ext cx="3354044" cy="2238566"/>
            <a:chOff x="7504938" y="2182005"/>
            <a:chExt cx="4001262" cy="3085272"/>
          </a:xfrm>
        </p:grpSpPr>
        <p:pic>
          <p:nvPicPr>
            <p:cNvPr id="8" name="Picture 7">
              <a:extLst>
                <a:ext uri="{FF2B5EF4-FFF2-40B4-BE49-F238E27FC236}">
                  <a16:creationId xmlns:a16="http://schemas.microsoft.com/office/drawing/2014/main" id="{6793BBE5-B8EA-9BFD-6611-5C7A1A3DDCC0}"/>
                </a:ext>
              </a:extLst>
            </p:cNvPr>
            <p:cNvPicPr>
              <a:picLocks noChangeAspect="1"/>
            </p:cNvPicPr>
            <p:nvPr/>
          </p:nvPicPr>
          <p:blipFill rotWithShape="1">
            <a:blip r:embed="rId2"/>
            <a:srcRect b="11605"/>
            <a:stretch/>
          </p:blipFill>
          <p:spPr>
            <a:xfrm>
              <a:off x="7504938" y="4675995"/>
              <a:ext cx="2326958" cy="591282"/>
            </a:xfrm>
            <a:prstGeom prst="rect">
              <a:avLst/>
            </a:prstGeom>
          </p:spPr>
        </p:pic>
        <p:pic>
          <p:nvPicPr>
            <p:cNvPr id="9" name="Picture 8">
              <a:extLst>
                <a:ext uri="{FF2B5EF4-FFF2-40B4-BE49-F238E27FC236}">
                  <a16:creationId xmlns:a16="http://schemas.microsoft.com/office/drawing/2014/main" id="{139B24DB-85E1-66D2-9772-BE18EF37B1B5}"/>
                </a:ext>
              </a:extLst>
            </p:cNvPr>
            <p:cNvPicPr>
              <a:picLocks noChangeAspect="1"/>
            </p:cNvPicPr>
            <p:nvPr/>
          </p:nvPicPr>
          <p:blipFill>
            <a:blip r:embed="rId3"/>
            <a:stretch>
              <a:fillRect/>
            </a:stretch>
          </p:blipFill>
          <p:spPr>
            <a:xfrm>
              <a:off x="7504938" y="2182005"/>
              <a:ext cx="4001262" cy="2493990"/>
            </a:xfrm>
            <a:prstGeom prst="rect">
              <a:avLst/>
            </a:prstGeom>
          </p:spPr>
        </p:pic>
      </p:grpSp>
      <p:sp>
        <p:nvSpPr>
          <p:cNvPr id="10" name="Rectangle 9">
            <a:extLst>
              <a:ext uri="{FF2B5EF4-FFF2-40B4-BE49-F238E27FC236}">
                <a16:creationId xmlns:a16="http://schemas.microsoft.com/office/drawing/2014/main" id="{C5154D2B-BB23-954D-7F6D-8CDCF3F2C916}"/>
              </a:ext>
            </a:extLst>
          </p:cNvPr>
          <p:cNvSpPr/>
          <p:nvPr/>
        </p:nvSpPr>
        <p:spPr>
          <a:xfrm>
            <a:off x="8839200" y="6697573"/>
            <a:ext cx="2903621" cy="16042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462714"/>
      </p:ext>
    </p:extLst>
  </p:cSld>
  <p:clrMapOvr>
    <a:masterClrMapping/>
  </p:clrMapOvr>
</p:sld>
</file>

<file path=ppt/theme/theme1.xml><?xml version="1.0" encoding="utf-8"?>
<a:theme xmlns:a="http://schemas.openxmlformats.org/drawingml/2006/main" name="1_Collins Masters: Content">
  <a:themeElements>
    <a:clrScheme name="Collins Color Pallet">
      <a:dk1>
        <a:srgbClr val="000000"/>
      </a:dk1>
      <a:lt1>
        <a:srgbClr val="FFFFFF"/>
      </a:lt1>
      <a:dk2>
        <a:srgbClr val="CE1126"/>
      </a:dk2>
      <a:lt2>
        <a:srgbClr val="D9D9D6"/>
      </a:lt2>
      <a:accent1>
        <a:srgbClr val="63666A"/>
      </a:accent1>
      <a:accent2>
        <a:srgbClr val="B7A99A"/>
      </a:accent2>
      <a:accent3>
        <a:srgbClr val="7BA7BC"/>
      </a:accent3>
      <a:accent4>
        <a:srgbClr val="EFB661"/>
      </a:accent4>
      <a:accent5>
        <a:srgbClr val="908CC2"/>
      </a:accent5>
      <a:accent6>
        <a:srgbClr val="9ABEC0"/>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_Collins_PPT_Non_tech_data_16x9" id="{5A81058B-B678-7D4C-9CDE-E0871D5964F8}" vid="{46EB00C2-1F74-1C4E-9BE9-A22EF18667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1926</Words>
  <Application>Microsoft Office PowerPoint</Application>
  <PresentationFormat>Widescreen</PresentationFormat>
  <Paragraphs>169</Paragraphs>
  <Slides>18</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1_Collins Masters: Content</vt:lpstr>
      <vt:lpstr>Systems Engineering – Jama Projects Template</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lpstr>Expected Level of Details for System Requirements</vt:lpstr>
    </vt:vector>
  </TitlesOfParts>
  <Company>Collins Aerospace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Expected Level of Details for System Requirements</dc:title>
  <dc:creator>Elrodesly, Khaled                            Collins</dc:creator>
  <cp:lastModifiedBy>Elrodesly, Khaled                            Collins</cp:lastModifiedBy>
  <cp:revision>7</cp:revision>
  <dcterms:created xsi:type="dcterms:W3CDTF">2023-09-29T15:01:55Z</dcterms:created>
  <dcterms:modified xsi:type="dcterms:W3CDTF">2023-09-29T17:33:43Z</dcterms:modified>
</cp:coreProperties>
</file>